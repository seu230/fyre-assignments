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06" r:id="rId3"/>
    <p:sldMasterId id="2147483807" r:id="rId4"/>
    <p:sldMasterId id="214748380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Merriweather Light"/>
      <p:regular r:id="rId19"/>
      <p:bold r:id="rId20"/>
      <p:italic r:id="rId21"/>
      <p:boldItalic r:id="rId22"/>
    </p:embeddedFont>
    <p:embeddedFont>
      <p:font typeface="Montserrat"/>
      <p:regular r:id="rId23"/>
      <p:bold r:id="rId24"/>
      <p:italic r:id="rId25"/>
      <p:boldItalic r:id="rId26"/>
    </p:embeddedFont>
    <p:embeddedFont>
      <p:font typeface="Open Sans SemiBold"/>
      <p:regular r:id="rId27"/>
      <p:bold r:id="rId28"/>
      <p:italic r:id="rId29"/>
      <p:boldItalic r:id="rId30"/>
    </p:embeddedFont>
    <p:embeddedFont>
      <p:font typeface="Vidaloka"/>
      <p:regular r:id="rId31"/>
    </p:embeddedFont>
    <p:embeddedFont>
      <p:font typeface="Russo One"/>
      <p:regular r:id="rId32"/>
    </p:embeddedFont>
    <p:embeddedFont>
      <p:font typeface="Mako"/>
      <p:regular r:id="rId33"/>
    </p:embeddedFont>
    <p:embeddedFont>
      <p:font typeface="Crimson Text"/>
      <p:regular r:id="rId34"/>
      <p:bold r:id="rId35"/>
      <p:italic r:id="rId36"/>
      <p:boldItalic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41" Type="http://schemas.openxmlformats.org/officeDocument/2006/relationships/font" Target="fonts/OpenSans-bold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5" Type="http://schemas.openxmlformats.org/officeDocument/2006/relationships/slideMaster" Target="slideMasters/slideMaster3.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Vidaloka-regular.fntdata"/><Relationship Id="rId30" Type="http://schemas.openxmlformats.org/officeDocument/2006/relationships/font" Target="fonts/OpenSansSemiBold-boldItalic.fntdata"/><Relationship Id="rId33" Type="http://schemas.openxmlformats.org/officeDocument/2006/relationships/font" Target="fonts/Mako-regular.fntdata"/><Relationship Id="rId32" Type="http://schemas.openxmlformats.org/officeDocument/2006/relationships/font" Target="fonts/RussoOne-regular.fntdata"/><Relationship Id="rId35" Type="http://schemas.openxmlformats.org/officeDocument/2006/relationships/font" Target="fonts/CrimsonText-bold.fntdata"/><Relationship Id="rId34" Type="http://schemas.openxmlformats.org/officeDocument/2006/relationships/font" Target="fonts/CrimsonText-regular.fntdata"/><Relationship Id="rId37" Type="http://schemas.openxmlformats.org/officeDocument/2006/relationships/font" Target="fonts/CrimsonText-boldItalic.fntdata"/><Relationship Id="rId36" Type="http://schemas.openxmlformats.org/officeDocument/2006/relationships/font" Target="fonts/CrimsonText-italic.fntdata"/><Relationship Id="rId39" Type="http://schemas.openxmlformats.org/officeDocument/2006/relationships/font" Target="fonts/OpenSans-bold.fntdata"/><Relationship Id="rId38" Type="http://schemas.openxmlformats.org/officeDocument/2006/relationships/font" Target="fonts/OpenSans-regular.fntdata"/><Relationship Id="rId20" Type="http://schemas.openxmlformats.org/officeDocument/2006/relationships/font" Target="fonts/MerriweatherLight-bold.fntdata"/><Relationship Id="rId22" Type="http://schemas.openxmlformats.org/officeDocument/2006/relationships/font" Target="fonts/MerriweatherLight-boldItalic.fntdata"/><Relationship Id="rId21" Type="http://schemas.openxmlformats.org/officeDocument/2006/relationships/font" Target="fonts/MerriweatherLight-italic.fntdata"/><Relationship Id="rId24" Type="http://schemas.openxmlformats.org/officeDocument/2006/relationships/font" Target="fonts/Montserrat-bold.fntdata"/><Relationship Id="rId23" Type="http://schemas.openxmlformats.org/officeDocument/2006/relationships/font" Target="fonts/Montserrat-regular.fntdata"/><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OpenSansSemiBold-bold.fntdata"/><Relationship Id="rId27" Type="http://schemas.openxmlformats.org/officeDocument/2006/relationships/font" Target="fonts/OpenSansSemiBold-regular.fntdata"/><Relationship Id="rId29" Type="http://schemas.openxmlformats.org/officeDocument/2006/relationships/font" Target="fonts/OpenSansSemi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MerriweatherLight-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98" name="Google Shape;139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gcf7a3c50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4" name="Google Shape;1404;gcf7a3c50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h6e56a293a698d4f2_2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h6e56a293a698d4f2_2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Lato"/>
              <a:buChar char="-"/>
            </a:pPr>
            <a:r>
              <a:rPr lang="en" sz="1200">
                <a:solidFill>
                  <a:schemeClr val="dk1"/>
                </a:solidFill>
                <a:latin typeface="Montserrat"/>
                <a:ea typeface="Montserrat"/>
                <a:cs typeface="Montserrat"/>
                <a:sym typeface="Montserrat"/>
              </a:rPr>
              <a:t>Brandon</a:t>
            </a:r>
            <a:endParaRPr sz="1200">
              <a:solidFill>
                <a:schemeClr val="dk1"/>
              </a:solidFill>
              <a:latin typeface="Montserrat"/>
              <a:ea typeface="Montserrat"/>
              <a:cs typeface="Montserrat"/>
              <a:sym typeface="Montserrat"/>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Montserrat"/>
                <a:ea typeface="Montserrat"/>
                <a:cs typeface="Montserrat"/>
                <a:sym typeface="Montserrat"/>
              </a:rPr>
              <a:t>To create an umbrella that opened using a humidity sensor instead of manual input.</a:t>
            </a:r>
            <a:endParaRPr sz="1200">
              <a:solidFill>
                <a:schemeClr val="dk1"/>
              </a:solidFill>
              <a:latin typeface="Montserrat"/>
              <a:ea typeface="Montserrat"/>
              <a:cs typeface="Montserrat"/>
              <a:sym typeface="Montserrat"/>
            </a:endParaRPr>
          </a:p>
          <a:p>
            <a:pPr indent="-304800" lvl="0" marL="45720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Helps individuals who lack the ability to manually open their umbrella on their own.</a:t>
            </a:r>
            <a:endParaRPr sz="1200">
              <a:solidFill>
                <a:schemeClr val="dk1"/>
              </a:solidFill>
              <a:latin typeface="Montserrat"/>
              <a:ea typeface="Montserrat"/>
              <a:cs typeface="Montserrat"/>
              <a:sym typeface="Montserrat"/>
            </a:endParaRPr>
          </a:p>
          <a:p>
            <a:pPr indent="-304800" lvl="0" marL="45720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Protects individuals from being soaked in rain which could lead to health concerns. </a:t>
            </a:r>
            <a:endParaRPr sz="1200">
              <a:solidFill>
                <a:schemeClr val="dk1"/>
              </a:solidFill>
              <a:latin typeface="Montserrat"/>
              <a:ea typeface="Montserrat"/>
              <a:cs typeface="Montserrat"/>
              <a:sym typeface="Montserra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61e3093a33bcc44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61e3093a33bcc44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61e3093a33bcc448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9" name="Google Shape;1439;g61e3093a33bcc448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h6e56a293a698d4f2_13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h6e56a293a698d4f2_13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h462e6f5b1039a5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1" name="Google Shape;1461;h462e6f5b1039a5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h6e56a293a698d4f2_13_2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2" name="Google Shape;1472;h6e56a293a698d4f2_13_2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333333"/>
              </a:buClr>
              <a:buSzPts val="1200"/>
              <a:buFont typeface="Montserrat"/>
              <a:buChar char="●"/>
            </a:pPr>
            <a:r>
              <a:rPr lang="en" sz="1200">
                <a:solidFill>
                  <a:srgbClr val="666666"/>
                </a:solidFill>
                <a:latin typeface="Montserrat"/>
                <a:ea typeface="Montserrat"/>
                <a:cs typeface="Montserrat"/>
                <a:sym typeface="Montserrat"/>
              </a:rPr>
              <a:t>Brandon</a:t>
            </a:r>
            <a:endParaRPr sz="1200">
              <a:solidFill>
                <a:srgbClr val="666666"/>
              </a:solidFill>
              <a:latin typeface="Montserrat"/>
              <a:ea typeface="Montserrat"/>
              <a:cs typeface="Montserrat"/>
              <a:sym typeface="Montserrat"/>
            </a:endParaRPr>
          </a:p>
          <a:p>
            <a:pPr indent="-304800" lvl="0" marL="457200" rtl="0" algn="l">
              <a:spcBef>
                <a:spcPts val="0"/>
              </a:spcBef>
              <a:spcAft>
                <a:spcPts val="0"/>
              </a:spcAft>
              <a:buClr>
                <a:srgbClr val="333333"/>
              </a:buClr>
              <a:buSzPts val="1200"/>
              <a:buFont typeface="Montserrat"/>
              <a:buChar char="●"/>
            </a:pPr>
            <a:r>
              <a:rPr lang="en" sz="1200">
                <a:solidFill>
                  <a:srgbClr val="666666"/>
                </a:solidFill>
                <a:latin typeface="Montserrat"/>
                <a:ea typeface="Montserrat"/>
                <a:cs typeface="Montserrat"/>
                <a:sym typeface="Montserrat"/>
              </a:rPr>
              <a:t>Grey</a:t>
            </a:r>
            <a:r>
              <a:rPr lang="en" sz="1200">
                <a:solidFill>
                  <a:srgbClr val="333333"/>
                </a:solidFill>
                <a:latin typeface="Montserrat"/>
                <a:ea typeface="Montserrat"/>
                <a:cs typeface="Montserrat"/>
                <a:sym typeface="Montserrat"/>
              </a:rPr>
              <a:t> wire is connected to ground wire. (motor)</a:t>
            </a:r>
            <a:endParaRPr sz="1200">
              <a:solidFill>
                <a:srgbClr val="333333"/>
              </a:solidFill>
              <a:latin typeface="Montserrat"/>
              <a:ea typeface="Montserrat"/>
              <a:cs typeface="Montserrat"/>
              <a:sym typeface="Montserrat"/>
            </a:endParaRPr>
          </a:p>
          <a:p>
            <a:pPr indent="-304800" lvl="0" marL="457200" rtl="0" algn="l">
              <a:spcBef>
                <a:spcPts val="0"/>
              </a:spcBef>
              <a:spcAft>
                <a:spcPts val="0"/>
              </a:spcAft>
              <a:buClr>
                <a:srgbClr val="333333"/>
              </a:buClr>
              <a:buSzPts val="1200"/>
              <a:buFont typeface="Montserrat"/>
              <a:buChar char="●"/>
            </a:pPr>
            <a:r>
              <a:rPr lang="en" sz="1200">
                <a:solidFill>
                  <a:srgbClr val="38761D"/>
                </a:solidFill>
                <a:latin typeface="Montserrat"/>
                <a:ea typeface="Montserrat"/>
                <a:cs typeface="Montserrat"/>
                <a:sym typeface="Montserrat"/>
              </a:rPr>
              <a:t>Green</a:t>
            </a:r>
            <a:r>
              <a:rPr lang="en" sz="1200">
                <a:solidFill>
                  <a:srgbClr val="333333"/>
                </a:solidFill>
                <a:latin typeface="Montserrat"/>
                <a:ea typeface="Montserrat"/>
                <a:cs typeface="Montserrat"/>
                <a:sym typeface="Montserrat"/>
              </a:rPr>
              <a:t> wire is connected to power wire. (motor)</a:t>
            </a:r>
            <a:endParaRPr sz="1200">
              <a:solidFill>
                <a:srgbClr val="333333"/>
              </a:solidFill>
              <a:latin typeface="Montserrat"/>
              <a:ea typeface="Montserrat"/>
              <a:cs typeface="Montserrat"/>
              <a:sym typeface="Montserrat"/>
            </a:endParaRPr>
          </a:p>
          <a:p>
            <a:pPr indent="-304800" lvl="0" marL="457200" rtl="0" algn="l">
              <a:spcBef>
                <a:spcPts val="0"/>
              </a:spcBef>
              <a:spcAft>
                <a:spcPts val="0"/>
              </a:spcAft>
              <a:buClr>
                <a:srgbClr val="333333"/>
              </a:buClr>
              <a:buSzPts val="1200"/>
              <a:buFont typeface="Montserrat"/>
              <a:buChar char="●"/>
            </a:pPr>
            <a:r>
              <a:rPr lang="en" sz="1200">
                <a:solidFill>
                  <a:srgbClr val="FFFF00"/>
                </a:solidFill>
                <a:latin typeface="Montserrat"/>
                <a:ea typeface="Montserrat"/>
                <a:cs typeface="Montserrat"/>
                <a:sym typeface="Montserrat"/>
              </a:rPr>
              <a:t>Yellow</a:t>
            </a:r>
            <a:r>
              <a:rPr lang="en" sz="1200">
                <a:solidFill>
                  <a:srgbClr val="333333"/>
                </a:solidFill>
                <a:latin typeface="Montserrat"/>
                <a:ea typeface="Montserrat"/>
                <a:cs typeface="Montserrat"/>
                <a:sym typeface="Montserrat"/>
              </a:rPr>
              <a:t> is connected to signal wire (motor)</a:t>
            </a:r>
            <a:endParaRPr sz="1200">
              <a:solidFill>
                <a:srgbClr val="333333"/>
              </a:solidFill>
              <a:latin typeface="Montserrat"/>
              <a:ea typeface="Montserrat"/>
              <a:cs typeface="Montserrat"/>
              <a:sym typeface="Montserrat"/>
            </a:endParaRPr>
          </a:p>
          <a:p>
            <a:pPr indent="-304800" lvl="0" marL="457200" rtl="0" algn="l">
              <a:spcBef>
                <a:spcPts val="0"/>
              </a:spcBef>
              <a:spcAft>
                <a:spcPts val="0"/>
              </a:spcAft>
              <a:buClr>
                <a:srgbClr val="333333"/>
              </a:buClr>
              <a:buSzPts val="1200"/>
              <a:buFont typeface="Montserrat"/>
              <a:buChar char="●"/>
            </a:pPr>
            <a:r>
              <a:rPr lang="en" sz="1200">
                <a:solidFill>
                  <a:srgbClr val="0000FF"/>
                </a:solidFill>
                <a:latin typeface="Montserrat"/>
                <a:ea typeface="Montserrat"/>
                <a:cs typeface="Montserrat"/>
                <a:sym typeface="Montserrat"/>
              </a:rPr>
              <a:t>Blue</a:t>
            </a:r>
            <a:r>
              <a:rPr lang="en" sz="1200">
                <a:solidFill>
                  <a:srgbClr val="333333"/>
                </a:solidFill>
                <a:latin typeface="Montserrat"/>
                <a:ea typeface="Montserrat"/>
                <a:cs typeface="Montserrat"/>
                <a:sym typeface="Montserrat"/>
              </a:rPr>
              <a:t> wire is connected to negative side.</a:t>
            </a:r>
            <a:endParaRPr sz="1200">
              <a:solidFill>
                <a:srgbClr val="333333"/>
              </a:solidFill>
              <a:latin typeface="Montserrat"/>
              <a:ea typeface="Montserrat"/>
              <a:cs typeface="Montserrat"/>
              <a:sym typeface="Montserrat"/>
            </a:endParaRPr>
          </a:p>
          <a:p>
            <a:pPr indent="-304800" lvl="0" marL="457200" rtl="0" algn="l">
              <a:spcBef>
                <a:spcPts val="0"/>
              </a:spcBef>
              <a:spcAft>
                <a:spcPts val="0"/>
              </a:spcAft>
              <a:buClr>
                <a:srgbClr val="333333"/>
              </a:buClr>
              <a:buSzPts val="1200"/>
              <a:buFont typeface="Montserrat"/>
              <a:buChar char="●"/>
            </a:pPr>
            <a:r>
              <a:rPr lang="en" sz="1200">
                <a:solidFill>
                  <a:srgbClr val="FF0000"/>
                </a:solidFill>
                <a:latin typeface="Montserrat"/>
                <a:ea typeface="Montserrat"/>
                <a:cs typeface="Montserrat"/>
                <a:sym typeface="Montserrat"/>
              </a:rPr>
              <a:t>Red</a:t>
            </a:r>
            <a:r>
              <a:rPr lang="en" sz="1200">
                <a:solidFill>
                  <a:srgbClr val="333333"/>
                </a:solidFill>
                <a:latin typeface="Montserrat"/>
                <a:ea typeface="Montserrat"/>
                <a:cs typeface="Montserrat"/>
                <a:sym typeface="Montserrat"/>
              </a:rPr>
              <a:t> is connected to positive side. </a:t>
            </a:r>
            <a:endParaRPr sz="1200">
              <a:solidFill>
                <a:srgbClr val="333333"/>
              </a:solidFill>
              <a:latin typeface="Montserrat"/>
              <a:ea typeface="Montserrat"/>
              <a:cs typeface="Montserrat"/>
              <a:sym typeface="Montserrat"/>
            </a:endParaRPr>
          </a:p>
          <a:p>
            <a:pPr indent="-304800" lvl="0" marL="457200" rtl="0" algn="l">
              <a:spcBef>
                <a:spcPts val="0"/>
              </a:spcBef>
              <a:spcAft>
                <a:spcPts val="0"/>
              </a:spcAft>
              <a:buClr>
                <a:srgbClr val="333333"/>
              </a:buClr>
              <a:buSzPts val="1200"/>
              <a:buFont typeface="Montserrat"/>
              <a:buChar char="●"/>
            </a:pPr>
            <a:r>
              <a:rPr lang="en" sz="1200">
                <a:solidFill>
                  <a:srgbClr val="0000FF"/>
                </a:solidFill>
                <a:latin typeface="Montserrat"/>
                <a:ea typeface="Montserrat"/>
                <a:cs typeface="Montserrat"/>
                <a:sym typeface="Montserrat"/>
              </a:rPr>
              <a:t>Blue</a:t>
            </a:r>
            <a:r>
              <a:rPr lang="en" sz="1200">
                <a:solidFill>
                  <a:srgbClr val="333333"/>
                </a:solidFill>
                <a:latin typeface="Montserrat"/>
                <a:ea typeface="Montserrat"/>
                <a:cs typeface="Montserrat"/>
                <a:sym typeface="Montserrat"/>
              </a:rPr>
              <a:t> wire connects contact switch to A7.</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h6e56a293a698d4f2_26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7" name="Google Shape;1487;h6e56a293a698d4f2_26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Micah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h6e56a293a698d4f2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h6e56a293a698d4f2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Micah</a:t>
            </a:r>
            <a:endParaRPr/>
          </a:p>
          <a:p>
            <a:pPr indent="0" lvl="0" marL="0" rtl="0" algn="l">
              <a:spcBef>
                <a:spcPts val="0"/>
              </a:spcBef>
              <a:spcAft>
                <a:spcPts val="0"/>
              </a:spcAft>
              <a:buNone/>
            </a:pPr>
            <a:r>
              <a:rPr lang="en"/>
              <a:t>We crafted our ChatGPT prompt by looking </a:t>
            </a:r>
            <a:r>
              <a:rPr lang="en"/>
              <a:t>back at the prompt template from previous classes. Then, we wrote down all of the actions we want the code to create and all of the pins that each component of the circuit are connected to. Then, we tested the code and realized that a part of our circuit was not connected correctly. So we told ChatGPT the problem and it explained how to fix the wiring of the Servo motor so everything worked correctly. Then, we gave the AI another prompt to revise our design and make the LED light a more functional part of our system. We also had to adjust the ADC reading threshold which was an easy fix after telling ChatPGT what we wanted.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h6e56a293a698d4f2_13_1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2" name="Google Shape;1502;h6e56a293a698d4f2_13_1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Brandon</a:t>
            </a:r>
            <a:endParaRPr sz="1200">
              <a:solidFill>
                <a:schemeClr val="dk1"/>
              </a:solidFill>
              <a:latin typeface="Montserrat"/>
              <a:ea typeface="Montserrat"/>
              <a:cs typeface="Montserrat"/>
              <a:sym typeface="Montserrat"/>
            </a:endParaRPr>
          </a:p>
          <a:p>
            <a:pPr indent="-304800" lvl="0" marL="457200" rtl="0" algn="l">
              <a:spcBef>
                <a:spcPts val="12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The sensor correctly identified the moisture in the air, activating the system</a:t>
            </a:r>
            <a:endParaRPr sz="1200">
              <a:solidFill>
                <a:schemeClr val="dk1"/>
              </a:solidFill>
              <a:latin typeface="Montserrat"/>
              <a:ea typeface="Montserrat"/>
              <a:cs typeface="Montserrat"/>
              <a:sym typeface="Montserrat"/>
            </a:endParaRPr>
          </a:p>
          <a:p>
            <a:pPr indent="-304800" lvl="0" marL="457200" rtl="0" algn="l">
              <a:spcBef>
                <a:spcPts val="12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The motor functions as intended, rotating the Umbrella upward when given the signal</a:t>
            </a:r>
            <a:endParaRPr sz="1200">
              <a:solidFill>
                <a:schemeClr val="dk1"/>
              </a:solidFill>
              <a:latin typeface="Montserrat"/>
              <a:ea typeface="Montserrat"/>
              <a:cs typeface="Montserrat"/>
              <a:sym typeface="Montserrat"/>
            </a:endParaRPr>
          </a:p>
          <a:p>
            <a:pPr indent="-304800" lvl="0" marL="457200" rtl="0" algn="l">
              <a:spcBef>
                <a:spcPts val="12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The LED flashing speed varies as the ADC increases or decreases</a:t>
            </a:r>
            <a:endParaRPr sz="1200">
              <a:solidFill>
                <a:schemeClr val="dk1"/>
              </a:solidFill>
              <a:latin typeface="Montserrat"/>
              <a:ea typeface="Montserrat"/>
              <a:cs typeface="Montserrat"/>
              <a:sym typeface="Montserrat"/>
            </a:endParaRPr>
          </a:p>
          <a:p>
            <a:pPr indent="-304800" lvl="0" marL="457200" rtl="0" algn="l">
              <a:spcBef>
                <a:spcPts val="1200"/>
              </a:spcBef>
              <a:spcAft>
                <a:spcPts val="1200"/>
              </a:spcAft>
              <a:buClr>
                <a:schemeClr val="dk1"/>
              </a:buClr>
              <a:buSzPts val="1200"/>
              <a:buFont typeface="Montserrat"/>
              <a:buChar char="●"/>
            </a:pPr>
            <a:r>
              <a:rPr lang="en" sz="1200">
                <a:solidFill>
                  <a:schemeClr val="dk1"/>
                </a:solidFill>
                <a:latin typeface="Montserrat"/>
                <a:ea typeface="Montserrat"/>
                <a:cs typeface="Montserrat"/>
                <a:sym typeface="Montserrat"/>
              </a:rPr>
              <a:t>The switch utilized always the user to switch off the umbrella when they wish</a:t>
            </a:r>
            <a:endParaRPr sz="1200">
              <a:solidFill>
                <a:schemeClr val="dk1"/>
              </a:solidFill>
              <a:latin typeface="Montserrat"/>
              <a:ea typeface="Montserrat"/>
              <a:cs typeface="Montserrat"/>
              <a:sym typeface="Montserra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h6e56a293a698d4f2_2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5" name="Google Shape;1515;h6e56a293a698d4f2_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Micah</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248300"/>
            <a:ext cx="7064100" cy="2052600"/>
          </a:xfrm>
          <a:prstGeom prst="rect">
            <a:avLst/>
          </a:prstGeom>
        </p:spPr>
        <p:txBody>
          <a:bodyPr anchorCtr="0" anchor="t"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40000" y="3300900"/>
            <a:ext cx="7064100" cy="441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2714550" y="2366272"/>
            <a:ext cx="3714900" cy="8184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8" name="Google Shape;18;p3"/>
          <p:cNvSpPr txBox="1"/>
          <p:nvPr>
            <p:ph idx="1" type="subTitle"/>
          </p:nvPr>
        </p:nvSpPr>
        <p:spPr>
          <a:xfrm>
            <a:off x="2291400" y="3076675"/>
            <a:ext cx="4561200" cy="39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 name="Google Shape;20;p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 name="Google Shape;21;p3"/>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 name="Google Shape;22;p3"/>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26" name="Google Shape;26;p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 name="Google Shape;27;p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 name="Google Shape;28;p4"/>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2" name="Google Shape;32;p5"/>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 name="Google Shape;33;p5"/>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4" name="Google Shape;34;p5"/>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 name="Google Shape;36;p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 name="Google Shape;37;p5"/>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 name="Google Shape;41;p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44" name="Google Shape;44;p7"/>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5" name="Google Shape;45;p7"/>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6" name="Google Shape;46;p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 name="Google Shape;47;p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0" name="Google Shape;50;p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 name="Google Shape;51;p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 name="Google Shape;52;p8"/>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 name="Google Shape;53;p8"/>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9"/>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6" name="Google Shape;56;p9"/>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 name="Google Shape;58;p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 name="Google Shape;59;p9"/>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10"/>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62" name="Google Shape;62;p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3" name="Google Shape;63;p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 name="Google Shape;64;p10"/>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 name="Google Shape;69;p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0" name="Google Shape;70;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 name="Google Shape;71;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3" name="Shape 73"/>
        <p:cNvGrpSpPr/>
        <p:nvPr/>
      </p:nvGrpSpPr>
      <p:grpSpPr>
        <a:xfrm>
          <a:off x="0" y="0"/>
          <a:ext cx="0" cy="0"/>
          <a:chOff x="0" y="0"/>
          <a:chExt cx="0" cy="0"/>
        </a:xfrm>
      </p:grpSpPr>
      <p:sp>
        <p:nvSpPr>
          <p:cNvPr id="74" name="Google Shape;74;p1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p:nvPr>
            <p:ph idx="1" type="subTitle"/>
          </p:nvPr>
        </p:nvSpPr>
        <p:spPr>
          <a:xfrm>
            <a:off x="5859325" y="1405390"/>
            <a:ext cx="2486100" cy="40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6" name="Google Shape;76;p13"/>
          <p:cNvSpPr txBox="1"/>
          <p:nvPr>
            <p:ph idx="2" type="subTitle"/>
          </p:nvPr>
        </p:nvSpPr>
        <p:spPr>
          <a:xfrm>
            <a:off x="5859325" y="180641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3"/>
          <p:cNvSpPr txBox="1"/>
          <p:nvPr>
            <p:ph idx="3" type="subTitle"/>
          </p:nvPr>
        </p:nvSpPr>
        <p:spPr>
          <a:xfrm>
            <a:off x="1903925" y="1405390"/>
            <a:ext cx="2486100" cy="40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 name="Google Shape;78;p13"/>
          <p:cNvSpPr txBox="1"/>
          <p:nvPr>
            <p:ph idx="4" type="subTitle"/>
          </p:nvPr>
        </p:nvSpPr>
        <p:spPr>
          <a:xfrm>
            <a:off x="1903925" y="180641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3"/>
          <p:cNvSpPr txBox="1"/>
          <p:nvPr>
            <p:ph idx="5" type="subTitle"/>
          </p:nvPr>
        </p:nvSpPr>
        <p:spPr>
          <a:xfrm>
            <a:off x="5859325" y="3171118"/>
            <a:ext cx="2486100" cy="46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0" name="Google Shape;80;p13"/>
          <p:cNvSpPr txBox="1"/>
          <p:nvPr>
            <p:ph idx="6" type="subTitle"/>
          </p:nvPr>
        </p:nvSpPr>
        <p:spPr>
          <a:xfrm>
            <a:off x="5859325" y="356548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3"/>
          <p:cNvSpPr txBox="1"/>
          <p:nvPr>
            <p:ph idx="7" type="subTitle"/>
          </p:nvPr>
        </p:nvSpPr>
        <p:spPr>
          <a:xfrm>
            <a:off x="1903925" y="3171118"/>
            <a:ext cx="2486100" cy="46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2" name="Google Shape;82;p13"/>
          <p:cNvSpPr txBox="1"/>
          <p:nvPr>
            <p:ph idx="8" type="subTitle"/>
          </p:nvPr>
        </p:nvSpPr>
        <p:spPr>
          <a:xfrm>
            <a:off x="1903975" y="356548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3"/>
          <p:cNvSpPr txBox="1"/>
          <p:nvPr>
            <p:ph hasCustomPrompt="1" idx="9" type="title"/>
          </p:nvPr>
        </p:nvSpPr>
        <p:spPr>
          <a:xfrm>
            <a:off x="798575" y="1417915"/>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p:nvPr>
            <p:ph hasCustomPrompt="1" idx="13" type="title"/>
          </p:nvPr>
        </p:nvSpPr>
        <p:spPr>
          <a:xfrm>
            <a:off x="4753975" y="1403976"/>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p:nvPr>
            <p:ph hasCustomPrompt="1" idx="14" type="title"/>
          </p:nvPr>
        </p:nvSpPr>
        <p:spPr>
          <a:xfrm>
            <a:off x="798625" y="3176773"/>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p:nvPr>
            <p:ph hasCustomPrompt="1" idx="15" type="title"/>
          </p:nvPr>
        </p:nvSpPr>
        <p:spPr>
          <a:xfrm>
            <a:off x="4753975" y="3162833"/>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8" name="Google Shape;88;p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89" name="Shape 89"/>
        <p:cNvGrpSpPr/>
        <p:nvPr/>
      </p:nvGrpSpPr>
      <p:grpSpPr>
        <a:xfrm>
          <a:off x="0" y="0"/>
          <a:ext cx="0" cy="0"/>
          <a:chOff x="0" y="0"/>
          <a:chExt cx="0" cy="0"/>
        </a:xfrm>
      </p:grpSpPr>
      <p:sp>
        <p:nvSpPr>
          <p:cNvPr id="90" name="Google Shape;90;p14"/>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4"/>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3" name="Google Shape;93;p14"/>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4"/>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4"/>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9" name="Google Shape;99;p14"/>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4"/>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4"/>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 name="Google Shape;103;p14"/>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5" name="Google Shape;105;p14"/>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4"/>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14"/>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9" name="Google Shape;109;p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 name="Google Shape;110;p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 name="Google Shape;111;p1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2" name="Google Shape;112;p1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13" name="Shape 113"/>
        <p:cNvGrpSpPr/>
        <p:nvPr/>
      </p:nvGrpSpPr>
      <p:grpSpPr>
        <a:xfrm>
          <a:off x="0" y="0"/>
          <a:ext cx="0" cy="0"/>
          <a:chOff x="0" y="0"/>
          <a:chExt cx="0" cy="0"/>
        </a:xfrm>
      </p:grpSpPr>
      <p:sp>
        <p:nvSpPr>
          <p:cNvPr id="114" name="Google Shape;114;p15"/>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15" name="Google Shape;115;p15"/>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6" name="Google Shape;116;p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 name="Google Shape;117;p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118" name="Shape 118"/>
        <p:cNvGrpSpPr/>
        <p:nvPr/>
      </p:nvGrpSpPr>
      <p:grpSpPr>
        <a:xfrm>
          <a:off x="0" y="0"/>
          <a:ext cx="0" cy="0"/>
          <a:chOff x="0" y="0"/>
          <a:chExt cx="0" cy="0"/>
        </a:xfrm>
      </p:grpSpPr>
      <p:sp>
        <p:nvSpPr>
          <p:cNvPr id="119" name="Google Shape;119;p16"/>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20" name="Google Shape;120;p16"/>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21" name="Google Shape;121;p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2" name="Google Shape;122;p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3" name="Google Shape;123;p1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 name="Google Shape;124;p1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25" name="Shape 125"/>
        <p:cNvGrpSpPr/>
        <p:nvPr/>
      </p:nvGrpSpPr>
      <p:grpSpPr>
        <a:xfrm>
          <a:off x="0" y="0"/>
          <a:ext cx="0" cy="0"/>
          <a:chOff x="0" y="0"/>
          <a:chExt cx="0" cy="0"/>
        </a:xfrm>
      </p:grpSpPr>
      <p:sp>
        <p:nvSpPr>
          <p:cNvPr id="126" name="Google Shape;126;p17"/>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27" name="Google Shape;127;p17"/>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128" name="Google Shape;128;p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9" name="Google Shape;129;p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0" name="Google Shape;130;p1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 name="Google Shape;131;p1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32" name="Shape 132"/>
        <p:cNvGrpSpPr/>
        <p:nvPr/>
      </p:nvGrpSpPr>
      <p:grpSpPr>
        <a:xfrm>
          <a:off x="0" y="0"/>
          <a:ext cx="0" cy="0"/>
          <a:chOff x="0" y="0"/>
          <a:chExt cx="0" cy="0"/>
        </a:xfrm>
      </p:grpSpPr>
      <p:sp>
        <p:nvSpPr>
          <p:cNvPr id="133" name="Google Shape;133;p18"/>
          <p:cNvSpPr txBox="1"/>
          <p:nvPr>
            <p:ph type="title"/>
          </p:nvPr>
        </p:nvSpPr>
        <p:spPr>
          <a:xfrm>
            <a:off x="1994850" y="1482825"/>
            <a:ext cx="51543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9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134" name="Google Shape;134;p18"/>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135" name="Google Shape;135;p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 name="Google Shape;136;p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137" name="Shape 137"/>
        <p:cNvGrpSpPr/>
        <p:nvPr/>
      </p:nvGrpSpPr>
      <p:grpSpPr>
        <a:xfrm>
          <a:off x="0" y="0"/>
          <a:ext cx="0" cy="0"/>
          <a:chOff x="0" y="0"/>
          <a:chExt cx="0" cy="0"/>
        </a:xfrm>
      </p:grpSpPr>
      <p:sp>
        <p:nvSpPr>
          <p:cNvPr id="138" name="Google Shape;138;p19"/>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39" name="Google Shape;139;p19"/>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40" name="Google Shape;140;p1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1" name="Google Shape;141;p1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2" name="Google Shape;142;p1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3" name="Google Shape;143;p1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4" name="Google Shape;144;p1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5" name="Google Shape;145;p1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146" name="Shape 146"/>
        <p:cNvGrpSpPr/>
        <p:nvPr/>
      </p:nvGrpSpPr>
      <p:grpSpPr>
        <a:xfrm>
          <a:off x="0" y="0"/>
          <a:ext cx="0" cy="0"/>
          <a:chOff x="0" y="0"/>
          <a:chExt cx="0" cy="0"/>
        </a:xfrm>
      </p:grpSpPr>
      <p:sp>
        <p:nvSpPr>
          <p:cNvPr id="147" name="Google Shape;147;p20"/>
          <p:cNvSpPr txBox="1"/>
          <p:nvPr>
            <p:ph type="title"/>
          </p:nvPr>
        </p:nvSpPr>
        <p:spPr>
          <a:xfrm>
            <a:off x="1677925" y="2511803"/>
            <a:ext cx="3714900" cy="8058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8" name="Google Shape;148;p20"/>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49" name="Google Shape;149;p20"/>
          <p:cNvSpPr txBox="1"/>
          <p:nvPr>
            <p:ph idx="1" type="subTitle"/>
          </p:nvPr>
        </p:nvSpPr>
        <p:spPr>
          <a:xfrm>
            <a:off x="831625" y="3244000"/>
            <a:ext cx="4561200" cy="393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50" name="Google Shape;150;p20"/>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1" name="Google Shape;151;p20"/>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2" name="Google Shape;152;p20"/>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3" name="Google Shape;153;p20"/>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54" name="Shape 154"/>
        <p:cNvGrpSpPr/>
        <p:nvPr/>
      </p:nvGrpSpPr>
      <p:grpSpPr>
        <a:xfrm>
          <a:off x="0" y="0"/>
          <a:ext cx="0" cy="0"/>
          <a:chOff x="0" y="0"/>
          <a:chExt cx="0" cy="0"/>
        </a:xfrm>
      </p:grpSpPr>
      <p:sp>
        <p:nvSpPr>
          <p:cNvPr id="155" name="Google Shape;155;p21"/>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56" name="Google Shape;156;p2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7" name="Google Shape;157;p2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8" name="Google Shape;158;p21"/>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59"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1" name="Google Shape;161;p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2" name="Google Shape;162;p2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3" name="Google Shape;163;p2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4" name="Google Shape;164;p2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5" name="Google Shape;165;p22"/>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66" name="Google Shape;166;p2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167" name="Shape 167"/>
        <p:cNvGrpSpPr/>
        <p:nvPr/>
      </p:nvGrpSpPr>
      <p:grpSpPr>
        <a:xfrm>
          <a:off x="0" y="0"/>
          <a:ext cx="0" cy="0"/>
          <a:chOff x="0" y="0"/>
          <a:chExt cx="0" cy="0"/>
        </a:xfrm>
      </p:grpSpPr>
      <p:sp>
        <p:nvSpPr>
          <p:cNvPr id="168" name="Google Shape;168;p23"/>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9" name="Google Shape;169;p23"/>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0" name="Google Shape;170;p23"/>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1" name="Google Shape;171;p23"/>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2" name="Google Shape;172;p23"/>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3" name="Google Shape;173;p23"/>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4" name="Google Shape;174;p23"/>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5" name="Google Shape;175;p23"/>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6" name="Google Shape;176;p23"/>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77" name="Google Shape;177;p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78" name="Google Shape;178;p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179" name="Shape 179"/>
        <p:cNvGrpSpPr/>
        <p:nvPr/>
      </p:nvGrpSpPr>
      <p:grpSpPr>
        <a:xfrm>
          <a:off x="0" y="0"/>
          <a:ext cx="0" cy="0"/>
          <a:chOff x="0" y="0"/>
          <a:chExt cx="0" cy="0"/>
        </a:xfrm>
      </p:grpSpPr>
      <p:cxnSp>
        <p:nvCxnSpPr>
          <p:cNvPr id="180" name="Google Shape;180;p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1" name="Google Shape;181;p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2" name="Google Shape;182;p2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83" name="Google Shape;183;p2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84" name="Google Shape;184;p24"/>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185" name="Shape 185"/>
        <p:cNvGrpSpPr/>
        <p:nvPr/>
      </p:nvGrpSpPr>
      <p:grpSpPr>
        <a:xfrm>
          <a:off x="0" y="0"/>
          <a:ext cx="0" cy="0"/>
          <a:chOff x="0" y="0"/>
          <a:chExt cx="0" cy="0"/>
        </a:xfrm>
      </p:grpSpPr>
      <p:sp>
        <p:nvSpPr>
          <p:cNvPr id="186" name="Google Shape;186;p25"/>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87" name="Google Shape;187;p25"/>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88" name="Google Shape;188;p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9" name="Google Shape;189;p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0" name="Google Shape;190;p2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91" name="Google Shape;191;p2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192" name="Shape 192"/>
        <p:cNvGrpSpPr/>
        <p:nvPr/>
      </p:nvGrpSpPr>
      <p:grpSpPr>
        <a:xfrm>
          <a:off x="0" y="0"/>
          <a:ext cx="0" cy="0"/>
          <a:chOff x="0" y="0"/>
          <a:chExt cx="0" cy="0"/>
        </a:xfrm>
      </p:grpSpPr>
      <p:sp>
        <p:nvSpPr>
          <p:cNvPr id="193" name="Google Shape;193;p26"/>
          <p:cNvSpPr txBox="1"/>
          <p:nvPr>
            <p:ph type="title"/>
          </p:nvPr>
        </p:nvSpPr>
        <p:spPr>
          <a:xfrm>
            <a:off x="4956100" y="2467375"/>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94" name="Google Shape;194;p26"/>
          <p:cNvSpPr txBox="1"/>
          <p:nvPr>
            <p:ph hasCustomPrompt="1" idx="2" type="title"/>
          </p:nvPr>
        </p:nvSpPr>
        <p:spPr>
          <a:xfrm>
            <a:off x="4956100" y="1402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195" name="Google Shape;195;p26"/>
          <p:cNvSpPr txBox="1"/>
          <p:nvPr>
            <p:ph idx="1" type="subTitle"/>
          </p:nvPr>
        </p:nvSpPr>
        <p:spPr>
          <a:xfrm>
            <a:off x="4956100" y="3116275"/>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96" name="Google Shape;196;p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7" name="Google Shape;197;p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8" name="Google Shape;198;p26"/>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199" name="Shape 199"/>
        <p:cNvGrpSpPr/>
        <p:nvPr/>
      </p:nvGrpSpPr>
      <p:grpSpPr>
        <a:xfrm>
          <a:off x="0" y="0"/>
          <a:ext cx="0" cy="0"/>
          <a:chOff x="0" y="0"/>
          <a:chExt cx="0" cy="0"/>
        </a:xfrm>
      </p:grpSpPr>
      <p:sp>
        <p:nvSpPr>
          <p:cNvPr id="200" name="Google Shape;200;p27"/>
          <p:cNvSpPr txBox="1"/>
          <p:nvPr>
            <p:ph type="title"/>
          </p:nvPr>
        </p:nvSpPr>
        <p:spPr>
          <a:xfrm>
            <a:off x="4373850" y="944250"/>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1" name="Google Shape;201;p27"/>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2" name="Google Shape;202;p27"/>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3" name="Google Shape;203;p2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4" name="Google Shape;204;p2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5" name="Google Shape;205;p2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6" name="Google Shape;206;p2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7" name="Google Shape;207;p2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8" name="Google Shape;208;p2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209" name="Shape 209"/>
        <p:cNvGrpSpPr/>
        <p:nvPr/>
      </p:nvGrpSpPr>
      <p:grpSpPr>
        <a:xfrm>
          <a:off x="0" y="0"/>
          <a:ext cx="0" cy="0"/>
          <a:chOff x="0" y="0"/>
          <a:chExt cx="0" cy="0"/>
        </a:xfrm>
      </p:grpSpPr>
      <p:sp>
        <p:nvSpPr>
          <p:cNvPr id="210" name="Google Shape;210;p28"/>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1" name="Google Shape;211;p28"/>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2" name="Google Shape;212;p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3" name="Google Shape;213;p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4" name="Google Shape;214;p28"/>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215" name="Shape 215"/>
        <p:cNvGrpSpPr/>
        <p:nvPr/>
      </p:nvGrpSpPr>
      <p:grpSpPr>
        <a:xfrm>
          <a:off x="0" y="0"/>
          <a:ext cx="0" cy="0"/>
          <a:chOff x="0" y="0"/>
          <a:chExt cx="0" cy="0"/>
        </a:xfrm>
      </p:grpSpPr>
      <p:sp>
        <p:nvSpPr>
          <p:cNvPr id="216" name="Google Shape;216;p29"/>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7" name="Google Shape;217;p29"/>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8" name="Google Shape;218;p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9" name="Google Shape;219;p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0" name="Google Shape;220;p2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1" name="Google Shape;221;p2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2" name="Google Shape;222;p2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3" name="Google Shape;223;p2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224" name="Shape 224"/>
        <p:cNvGrpSpPr/>
        <p:nvPr/>
      </p:nvGrpSpPr>
      <p:grpSpPr>
        <a:xfrm>
          <a:off x="0" y="0"/>
          <a:ext cx="0" cy="0"/>
          <a:chOff x="0" y="0"/>
          <a:chExt cx="0" cy="0"/>
        </a:xfrm>
      </p:grpSpPr>
      <p:sp>
        <p:nvSpPr>
          <p:cNvPr id="225" name="Google Shape;225;p30"/>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26" name="Google Shape;226;p30"/>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27" name="Google Shape;227;p30"/>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28" name="Google Shape;228;p30"/>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29" name="Google Shape;229;p30"/>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0" name="Google Shape;230;p30"/>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1" name="Google Shape;231;p30"/>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32" name="Google Shape;232;p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3" name="Google Shape;233;p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234" name="Shape 234"/>
        <p:cNvGrpSpPr/>
        <p:nvPr/>
      </p:nvGrpSpPr>
      <p:grpSpPr>
        <a:xfrm>
          <a:off x="0" y="0"/>
          <a:ext cx="0" cy="0"/>
          <a:chOff x="0" y="0"/>
          <a:chExt cx="0" cy="0"/>
        </a:xfrm>
      </p:grpSpPr>
      <p:sp>
        <p:nvSpPr>
          <p:cNvPr id="235" name="Google Shape;235;p31"/>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6" name="Google Shape;236;p31"/>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7" name="Google Shape;237;p31"/>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8" name="Google Shape;238;p31"/>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9" name="Google Shape;239;p31"/>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0" name="Google Shape;240;p31"/>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1" name="Google Shape;241;p31"/>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242" name="Google Shape;242;p31"/>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3" name="Google Shape;243;p31"/>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4" name="Google Shape;244;p31"/>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5" name="Google Shape;245;p31"/>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6" name="Google Shape;246;p31"/>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7" name="Google Shape;247;p31"/>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248" name="Google Shape;248;p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49" name="Google Shape;249;p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0" name="Google Shape;250;p3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1" name="Google Shape;251;p3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
  <p:cSld name="CUSTOM_32">
    <p:spTree>
      <p:nvGrpSpPr>
        <p:cNvPr id="252" name="Shape 252"/>
        <p:cNvGrpSpPr/>
        <p:nvPr/>
      </p:nvGrpSpPr>
      <p:grpSpPr>
        <a:xfrm>
          <a:off x="0" y="0"/>
          <a:ext cx="0" cy="0"/>
          <a:chOff x="0" y="0"/>
          <a:chExt cx="0" cy="0"/>
        </a:xfrm>
      </p:grpSpPr>
      <p:sp>
        <p:nvSpPr>
          <p:cNvPr id="253" name="Google Shape;253;p32"/>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4" name="Google Shape;254;p32"/>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5" name="Google Shape;255;p32"/>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6" name="Google Shape;256;p32"/>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7" name="Google Shape;257;p32"/>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8" name="Google Shape;258;p32"/>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9" name="Google Shape;259;p32"/>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0" name="Google Shape;260;p32"/>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1" name="Google Shape;261;p32"/>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2" name="Google Shape;262;p32"/>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3" name="Google Shape;263;p32"/>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4" name="Google Shape;264;p32"/>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5" name="Google Shape;265;p32"/>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66" name="Google Shape;266;p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67" name="Google Shape;267;p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268" name="Shape 268"/>
        <p:cNvGrpSpPr/>
        <p:nvPr/>
      </p:nvGrpSpPr>
      <p:grpSpPr>
        <a:xfrm>
          <a:off x="0" y="0"/>
          <a:ext cx="0" cy="0"/>
          <a:chOff x="0" y="0"/>
          <a:chExt cx="0" cy="0"/>
        </a:xfrm>
      </p:grpSpPr>
      <p:sp>
        <p:nvSpPr>
          <p:cNvPr id="269" name="Google Shape;269;p33"/>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0" name="Google Shape;270;p33"/>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1" name="Google Shape;271;p33"/>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2" name="Google Shape;272;p33"/>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3" name="Google Shape;273;p33"/>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4" name="Google Shape;274;p33"/>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5" name="Google Shape;275;p33"/>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6" name="Google Shape;276;p33"/>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7" name="Google Shape;277;p33"/>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8" name="Google Shape;278;p33"/>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9" name="Google Shape;279;p33"/>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80" name="Google Shape;280;p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1" name="Google Shape;281;p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2" name="Google Shape;282;p3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3" name="Google Shape;283;p3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284" name="Shape 284"/>
        <p:cNvGrpSpPr/>
        <p:nvPr/>
      </p:nvGrpSpPr>
      <p:grpSpPr>
        <a:xfrm>
          <a:off x="0" y="0"/>
          <a:ext cx="0" cy="0"/>
          <a:chOff x="0" y="0"/>
          <a:chExt cx="0" cy="0"/>
        </a:xfrm>
      </p:grpSpPr>
      <p:sp>
        <p:nvSpPr>
          <p:cNvPr id="285" name="Google Shape;285;p34"/>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286" name="Google Shape;286;p3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7" name="Google Shape;287;p3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8" name="Google Shape;288;p3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9" name="Google Shape;289;p3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0" name="Google Shape;290;p3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1" name="Google Shape;291;p3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292" name="Shape 292"/>
        <p:cNvGrpSpPr/>
        <p:nvPr/>
      </p:nvGrpSpPr>
      <p:grpSpPr>
        <a:xfrm>
          <a:off x="0" y="0"/>
          <a:ext cx="0" cy="0"/>
          <a:chOff x="0" y="0"/>
          <a:chExt cx="0" cy="0"/>
        </a:xfrm>
      </p:grpSpPr>
      <p:sp>
        <p:nvSpPr>
          <p:cNvPr id="293" name="Google Shape;293;p35"/>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4" name="Google Shape;294;p35"/>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5" name="Google Shape;295;p35"/>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6" name="Google Shape;296;p35"/>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7" name="Google Shape;297;p35"/>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8" name="Google Shape;298;p35"/>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9" name="Google Shape;299;p35"/>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0" name="Google Shape;300;p35"/>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1" name="Google Shape;301;p35"/>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02" name="Google Shape;302;p3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03" name="Google Shape;303;p3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304" name="Shape 304"/>
        <p:cNvGrpSpPr/>
        <p:nvPr/>
      </p:nvGrpSpPr>
      <p:grpSpPr>
        <a:xfrm>
          <a:off x="0" y="0"/>
          <a:ext cx="0" cy="0"/>
          <a:chOff x="0" y="0"/>
          <a:chExt cx="0" cy="0"/>
        </a:xfrm>
      </p:grpSpPr>
      <p:sp>
        <p:nvSpPr>
          <p:cNvPr id="305" name="Google Shape;305;p36"/>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6" name="Google Shape;306;p36"/>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7" name="Google Shape;307;p36"/>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8" name="Google Shape;308;p36"/>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9" name="Google Shape;309;p36"/>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0" name="Google Shape;310;p36"/>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1" name="Google Shape;311;p36"/>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12" name="Google Shape;312;p3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3" name="Google Shape;313;p3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4" name="Google Shape;314;p36"/>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315" name="Shape 315"/>
        <p:cNvGrpSpPr/>
        <p:nvPr/>
      </p:nvGrpSpPr>
      <p:grpSpPr>
        <a:xfrm>
          <a:off x="0" y="0"/>
          <a:ext cx="0" cy="0"/>
          <a:chOff x="0" y="0"/>
          <a:chExt cx="0" cy="0"/>
        </a:xfrm>
      </p:grpSpPr>
      <p:cxnSp>
        <p:nvCxnSpPr>
          <p:cNvPr id="316" name="Google Shape;316;p3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7" name="Google Shape;317;p3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8" name="Google Shape;318;p3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19" name="Google Shape;319;p3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0" name="Google Shape;320;p3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1" name="Google Shape;321;p3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22" name="Google Shape;322;p37"/>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3" name="Google Shape;323;p37"/>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4" name="Google Shape;324;p37"/>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5" name="Google Shape;325;p37"/>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6" name="Google Shape;326;p37"/>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7" name="Google Shape;327;p37"/>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8" name="Google Shape;328;p37"/>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9" name="Google Shape;329;p37"/>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0" name="Google Shape;330;p37"/>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1" name="Google Shape;331;p37"/>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335" name="Shape 335"/>
        <p:cNvGrpSpPr/>
        <p:nvPr/>
      </p:nvGrpSpPr>
      <p:grpSpPr>
        <a:xfrm>
          <a:off x="0" y="0"/>
          <a:ext cx="0" cy="0"/>
          <a:chOff x="0" y="0"/>
          <a:chExt cx="0" cy="0"/>
        </a:xfrm>
      </p:grpSpPr>
      <p:sp>
        <p:nvSpPr>
          <p:cNvPr id="336" name="Google Shape;336;p38"/>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37" name="Google Shape;337;p38"/>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38" name="Google Shape;338;p38"/>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39" name="Google Shape;339;p38"/>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0" name="Google Shape;340;p38"/>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1" name="Google Shape;341;p38"/>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2" name="Google Shape;342;p38"/>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43" name="Google Shape;343;p3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44" name="Google Shape;344;p3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345" name="Shape 345"/>
        <p:cNvGrpSpPr/>
        <p:nvPr/>
      </p:nvGrpSpPr>
      <p:grpSpPr>
        <a:xfrm>
          <a:off x="0" y="0"/>
          <a:ext cx="0" cy="0"/>
          <a:chOff x="0" y="0"/>
          <a:chExt cx="0" cy="0"/>
        </a:xfrm>
      </p:grpSpPr>
      <p:sp>
        <p:nvSpPr>
          <p:cNvPr id="346" name="Google Shape;346;p39"/>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7" name="Google Shape;347;p39"/>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48" name="Google Shape;348;p39"/>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9" name="Google Shape;349;p39"/>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0" name="Google Shape;350;p39"/>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1" name="Google Shape;351;p39"/>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2" name="Google Shape;352;p39"/>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3" name="Google Shape;353;p39"/>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4" name="Google Shape;354;p39"/>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55" name="Google Shape;355;p3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6" name="Google Shape;356;p3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357" name="Shape 357"/>
        <p:cNvGrpSpPr/>
        <p:nvPr/>
      </p:nvGrpSpPr>
      <p:grpSpPr>
        <a:xfrm>
          <a:off x="0" y="0"/>
          <a:ext cx="0" cy="0"/>
          <a:chOff x="0" y="0"/>
          <a:chExt cx="0" cy="0"/>
        </a:xfrm>
      </p:grpSpPr>
      <p:cxnSp>
        <p:nvCxnSpPr>
          <p:cNvPr id="358" name="Google Shape;358;p4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9" name="Google Shape;359;p4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0" name="Google Shape;360;p4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1" name="Google Shape;361;p4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2" name="Google Shape;362;p4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3" name="Google Shape;363;p4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64" name="Google Shape;364;p40"/>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65" name="Google Shape;365;p40"/>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6" name="Google Shape;366;p40"/>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67" name="Google Shape;367;p40"/>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8" name="Google Shape;368;p40"/>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369" name="Google Shape;369;p40"/>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0" name="Google Shape;370;p40"/>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371" name="Shape 371"/>
        <p:cNvGrpSpPr/>
        <p:nvPr/>
      </p:nvGrpSpPr>
      <p:grpSpPr>
        <a:xfrm>
          <a:off x="0" y="0"/>
          <a:ext cx="0" cy="0"/>
          <a:chOff x="0" y="0"/>
          <a:chExt cx="0" cy="0"/>
        </a:xfrm>
      </p:grpSpPr>
      <p:sp>
        <p:nvSpPr>
          <p:cNvPr id="372" name="Google Shape;372;p41"/>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3" name="Google Shape;373;p41"/>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4" name="Google Shape;374;p41"/>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5" name="Google Shape;375;p41"/>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6" name="Google Shape;376;p41"/>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7" name="Google Shape;377;p41"/>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78" name="Google Shape;378;p4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9" name="Google Shape;379;p4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380" name="Shape 380"/>
        <p:cNvGrpSpPr/>
        <p:nvPr/>
      </p:nvGrpSpPr>
      <p:grpSpPr>
        <a:xfrm>
          <a:off x="0" y="0"/>
          <a:ext cx="0" cy="0"/>
          <a:chOff x="0" y="0"/>
          <a:chExt cx="0" cy="0"/>
        </a:xfrm>
      </p:grpSpPr>
      <p:sp>
        <p:nvSpPr>
          <p:cNvPr id="381" name="Google Shape;381;p42"/>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2" name="Google Shape;382;p42"/>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3" name="Google Shape;383;p42"/>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4" name="Google Shape;384;p42"/>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5" name="Google Shape;385;p42"/>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6" name="Google Shape;386;p42"/>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87" name="Google Shape;387;p4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8" name="Google Shape;388;p4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9" name="Google Shape;389;p4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0" name="Google Shape;390;p4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1" name="Google Shape;391;p4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92" name="Google Shape;392;p42"/>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3" name="Google Shape;393;p42"/>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4" name="Google Shape;394;p42"/>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395" name="Shape 395"/>
        <p:cNvGrpSpPr/>
        <p:nvPr/>
      </p:nvGrpSpPr>
      <p:grpSpPr>
        <a:xfrm>
          <a:off x="0" y="0"/>
          <a:ext cx="0" cy="0"/>
          <a:chOff x="0" y="0"/>
          <a:chExt cx="0" cy="0"/>
        </a:xfrm>
      </p:grpSpPr>
      <p:sp>
        <p:nvSpPr>
          <p:cNvPr id="396" name="Google Shape;396;p43"/>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7" name="Google Shape;397;p43"/>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398" name="Google Shape;398;p4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9" name="Google Shape;399;p4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400" name="Shape 400"/>
        <p:cNvGrpSpPr/>
        <p:nvPr/>
      </p:nvGrpSpPr>
      <p:grpSpPr>
        <a:xfrm>
          <a:off x="0" y="0"/>
          <a:ext cx="0" cy="0"/>
          <a:chOff x="0" y="0"/>
          <a:chExt cx="0" cy="0"/>
        </a:xfrm>
      </p:grpSpPr>
      <p:sp>
        <p:nvSpPr>
          <p:cNvPr id="401" name="Google Shape;401;p44"/>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402" name="Google Shape;402;p44"/>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403" name="Google Shape;403;p4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4" name="Google Shape;404;p4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405" name="Shape 405"/>
        <p:cNvGrpSpPr/>
        <p:nvPr/>
      </p:nvGrpSpPr>
      <p:grpSpPr>
        <a:xfrm>
          <a:off x="0" y="0"/>
          <a:ext cx="0" cy="0"/>
          <a:chOff x="0" y="0"/>
          <a:chExt cx="0" cy="0"/>
        </a:xfrm>
      </p:grpSpPr>
      <p:sp>
        <p:nvSpPr>
          <p:cNvPr id="406" name="Google Shape;406;p45"/>
          <p:cNvSpPr txBox="1"/>
          <p:nvPr>
            <p:ph idx="1" type="subTitle"/>
          </p:nvPr>
        </p:nvSpPr>
        <p:spPr>
          <a:xfrm>
            <a:off x="4166800" y="1453525"/>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407" name="Google Shape;407;p45"/>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08" name="Google Shape;408;p4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9" name="Google Shape;409;p4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0" name="Google Shape;410;p45"/>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411" name="Shape 411"/>
        <p:cNvGrpSpPr/>
        <p:nvPr/>
      </p:nvGrpSpPr>
      <p:grpSpPr>
        <a:xfrm>
          <a:off x="0" y="0"/>
          <a:ext cx="0" cy="0"/>
          <a:chOff x="0" y="0"/>
          <a:chExt cx="0" cy="0"/>
        </a:xfrm>
      </p:grpSpPr>
      <p:cxnSp>
        <p:nvCxnSpPr>
          <p:cNvPr id="412" name="Google Shape;412;p4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3" name="Google Shape;413;p4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4" name="Google Shape;414;p46"/>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5" name="Google Shape;415;p4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6" name="Google Shape;416;p4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7" name="Google Shape;417;p4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418" name="Google Shape;418;p46"/>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19" name="Google Shape;419;p46"/>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20" name="Google Shape;420;p46"/>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421" name="Shape 421"/>
        <p:cNvGrpSpPr/>
        <p:nvPr/>
      </p:nvGrpSpPr>
      <p:grpSpPr>
        <a:xfrm>
          <a:off x="0" y="0"/>
          <a:ext cx="0" cy="0"/>
          <a:chOff x="0" y="0"/>
          <a:chExt cx="0" cy="0"/>
        </a:xfrm>
      </p:grpSpPr>
      <p:sp>
        <p:nvSpPr>
          <p:cNvPr id="422" name="Google Shape;422;p47"/>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3" name="Google Shape;423;p47"/>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24" name="Google Shape;424;p47"/>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5" name="Google Shape;425;p47"/>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26" name="Google Shape;426;p47"/>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27" name="Google Shape;427;p4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28" name="Google Shape;428;p4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429" name="Shape 429"/>
        <p:cNvGrpSpPr/>
        <p:nvPr/>
      </p:nvGrpSpPr>
      <p:grpSpPr>
        <a:xfrm>
          <a:off x="0" y="0"/>
          <a:ext cx="0" cy="0"/>
          <a:chOff x="0" y="0"/>
          <a:chExt cx="0" cy="0"/>
        </a:xfrm>
      </p:grpSpPr>
      <p:sp>
        <p:nvSpPr>
          <p:cNvPr id="430" name="Google Shape;430;p48"/>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31" name="Google Shape;431;p48"/>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2" name="Google Shape;432;p48"/>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3" name="Google Shape;433;p48"/>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4" name="Google Shape;434;p48"/>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5" name="Google Shape;435;p48"/>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6" name="Google Shape;436;p48"/>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37" name="Google Shape;437;p4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8" name="Google Shape;438;p4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9" name="Google Shape;439;p4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0" name="Google Shape;440;p4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41" name="Shape 441"/>
        <p:cNvGrpSpPr/>
        <p:nvPr/>
      </p:nvGrpSpPr>
      <p:grpSpPr>
        <a:xfrm>
          <a:off x="0" y="0"/>
          <a:ext cx="0" cy="0"/>
          <a:chOff x="0" y="0"/>
          <a:chExt cx="0" cy="0"/>
        </a:xfrm>
      </p:grpSpPr>
      <p:sp>
        <p:nvSpPr>
          <p:cNvPr id="442" name="Google Shape;442;p49"/>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443" name="Google Shape;443;p49"/>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4" name="Google Shape;444;p49"/>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6" name="Google Shape;446;p49"/>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7" name="Google Shape;447;p4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8" name="Google Shape;448;p49"/>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449"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1" name="Google Shape;451;p5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452"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4" name="Google Shape;454;p5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5" name="Google Shape;455;p51"/>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56" name="Google Shape;456;p51"/>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457"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9" name="Google Shape;459;p5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0" name="Google Shape;460;p52"/>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46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3" name="Google Shape;463;p5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4" name="Google Shape;464;p5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5" name="Google Shape;465;p5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6" name="Google Shape;466;p5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7" name="Google Shape;467;p5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71" name="Shape 471"/>
        <p:cNvGrpSpPr/>
        <p:nvPr/>
      </p:nvGrpSpPr>
      <p:grpSpPr>
        <a:xfrm>
          <a:off x="0" y="0"/>
          <a:ext cx="0" cy="0"/>
          <a:chOff x="0" y="0"/>
          <a:chExt cx="0" cy="0"/>
        </a:xfrm>
      </p:grpSpPr>
      <p:sp>
        <p:nvSpPr>
          <p:cNvPr id="472" name="Google Shape;472;p55"/>
          <p:cNvSpPr txBox="1"/>
          <p:nvPr>
            <p:ph type="ctrTitle"/>
          </p:nvPr>
        </p:nvSpPr>
        <p:spPr>
          <a:xfrm>
            <a:off x="1039975" y="1248300"/>
            <a:ext cx="7064100" cy="2052600"/>
          </a:xfrm>
          <a:prstGeom prst="rect">
            <a:avLst/>
          </a:prstGeom>
        </p:spPr>
        <p:txBody>
          <a:bodyPr anchorCtr="0" anchor="t"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73" name="Google Shape;473;p55"/>
          <p:cNvSpPr txBox="1"/>
          <p:nvPr>
            <p:ph idx="1" type="subTitle"/>
          </p:nvPr>
        </p:nvSpPr>
        <p:spPr>
          <a:xfrm>
            <a:off x="1040000" y="3300900"/>
            <a:ext cx="7064100" cy="441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474" name="Google Shape;474;p5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5" name="Google Shape;475;p55"/>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6" name="Google Shape;476;p5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7" name="Google Shape;477;p55"/>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8" name="Shape 478"/>
        <p:cNvGrpSpPr/>
        <p:nvPr/>
      </p:nvGrpSpPr>
      <p:grpSpPr>
        <a:xfrm>
          <a:off x="0" y="0"/>
          <a:ext cx="0" cy="0"/>
          <a:chOff x="0" y="0"/>
          <a:chExt cx="0" cy="0"/>
        </a:xfrm>
      </p:grpSpPr>
      <p:sp>
        <p:nvSpPr>
          <p:cNvPr id="479" name="Google Shape;479;p56"/>
          <p:cNvSpPr txBox="1"/>
          <p:nvPr>
            <p:ph type="title"/>
          </p:nvPr>
        </p:nvSpPr>
        <p:spPr>
          <a:xfrm>
            <a:off x="2714550" y="2366272"/>
            <a:ext cx="3714900" cy="8184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80" name="Google Shape;480;p56"/>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481" name="Google Shape;481;p56"/>
          <p:cNvSpPr txBox="1"/>
          <p:nvPr>
            <p:ph idx="1" type="subTitle"/>
          </p:nvPr>
        </p:nvSpPr>
        <p:spPr>
          <a:xfrm>
            <a:off x="2291400" y="3076675"/>
            <a:ext cx="4561200" cy="39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82" name="Google Shape;482;p5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83" name="Google Shape;483;p5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84" name="Google Shape;484;p56"/>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85" name="Google Shape;485;p56"/>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86" name="Shape 486"/>
        <p:cNvGrpSpPr/>
        <p:nvPr/>
      </p:nvGrpSpPr>
      <p:grpSpPr>
        <a:xfrm>
          <a:off x="0" y="0"/>
          <a:ext cx="0" cy="0"/>
          <a:chOff x="0" y="0"/>
          <a:chExt cx="0" cy="0"/>
        </a:xfrm>
      </p:grpSpPr>
      <p:sp>
        <p:nvSpPr>
          <p:cNvPr id="487" name="Google Shape;487;p57"/>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88" name="Google Shape;488;p57"/>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489" name="Google Shape;489;p5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90" name="Google Shape;490;p5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91" name="Google Shape;491;p57"/>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2" name="Shape 492"/>
        <p:cNvGrpSpPr/>
        <p:nvPr/>
      </p:nvGrpSpPr>
      <p:grpSpPr>
        <a:xfrm>
          <a:off x="0" y="0"/>
          <a:ext cx="0" cy="0"/>
          <a:chOff x="0" y="0"/>
          <a:chExt cx="0" cy="0"/>
        </a:xfrm>
      </p:grpSpPr>
      <p:sp>
        <p:nvSpPr>
          <p:cNvPr id="493" name="Google Shape;493;p58"/>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94" name="Google Shape;494;p58"/>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495" name="Google Shape;495;p58"/>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96" name="Google Shape;496;p58"/>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497" name="Google Shape;497;p58"/>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98" name="Google Shape;498;p5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99" name="Google Shape;499;p5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00" name="Google Shape;500;p58"/>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1" name="Shape 501"/>
        <p:cNvGrpSpPr/>
        <p:nvPr/>
      </p:nvGrpSpPr>
      <p:grpSpPr>
        <a:xfrm>
          <a:off x="0" y="0"/>
          <a:ext cx="0" cy="0"/>
          <a:chOff x="0" y="0"/>
          <a:chExt cx="0" cy="0"/>
        </a:xfrm>
      </p:grpSpPr>
      <p:sp>
        <p:nvSpPr>
          <p:cNvPr id="502" name="Google Shape;502;p59"/>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503" name="Google Shape;503;p5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04" name="Google Shape;504;p5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05" name="Shape 505"/>
        <p:cNvGrpSpPr/>
        <p:nvPr/>
      </p:nvGrpSpPr>
      <p:grpSpPr>
        <a:xfrm>
          <a:off x="0" y="0"/>
          <a:ext cx="0" cy="0"/>
          <a:chOff x="0" y="0"/>
          <a:chExt cx="0" cy="0"/>
        </a:xfrm>
      </p:grpSpPr>
      <p:sp>
        <p:nvSpPr>
          <p:cNvPr id="506" name="Google Shape;506;p60"/>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507" name="Google Shape;507;p60"/>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508" name="Google Shape;508;p60"/>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09" name="Google Shape;509;p6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0" name="Google Shape;510;p6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1" name="Shape 511"/>
        <p:cNvGrpSpPr/>
        <p:nvPr/>
      </p:nvGrpSpPr>
      <p:grpSpPr>
        <a:xfrm>
          <a:off x="0" y="0"/>
          <a:ext cx="0" cy="0"/>
          <a:chOff x="0" y="0"/>
          <a:chExt cx="0" cy="0"/>
        </a:xfrm>
      </p:grpSpPr>
      <p:sp>
        <p:nvSpPr>
          <p:cNvPr id="512" name="Google Shape;512;p61"/>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13" name="Google Shape;513;p6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4" name="Google Shape;514;p6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5" name="Google Shape;515;p61"/>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16" name="Google Shape;516;p61"/>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7" name="Shape 517"/>
        <p:cNvGrpSpPr/>
        <p:nvPr/>
      </p:nvGrpSpPr>
      <p:grpSpPr>
        <a:xfrm>
          <a:off x="0" y="0"/>
          <a:ext cx="0" cy="0"/>
          <a:chOff x="0" y="0"/>
          <a:chExt cx="0" cy="0"/>
        </a:xfrm>
      </p:grpSpPr>
      <p:sp>
        <p:nvSpPr>
          <p:cNvPr id="518" name="Google Shape;518;p62"/>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19" name="Google Shape;519;p62"/>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20" name="Google Shape;520;p6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1" name="Google Shape;521;p6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2" name="Google Shape;522;p62"/>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3" name="Shape 523"/>
        <p:cNvGrpSpPr/>
        <p:nvPr/>
      </p:nvGrpSpPr>
      <p:grpSpPr>
        <a:xfrm>
          <a:off x="0" y="0"/>
          <a:ext cx="0" cy="0"/>
          <a:chOff x="0" y="0"/>
          <a:chExt cx="0" cy="0"/>
        </a:xfrm>
      </p:grpSpPr>
      <p:sp>
        <p:nvSpPr>
          <p:cNvPr id="524" name="Google Shape;524;p63"/>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525" name="Google Shape;525;p6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6" name="Google Shape;526;p6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7" name="Google Shape;527;p63"/>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8" name="Shape 528"/>
        <p:cNvGrpSpPr/>
        <p:nvPr/>
      </p:nvGrpSpPr>
      <p:grpSpPr>
        <a:xfrm>
          <a:off x="0" y="0"/>
          <a:ext cx="0" cy="0"/>
          <a:chOff x="0" y="0"/>
          <a:chExt cx="0" cy="0"/>
        </a:xfrm>
      </p:grpSpPr>
      <p:sp>
        <p:nvSpPr>
          <p:cNvPr id="529" name="Google Shape;529;p64"/>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30" name="Google Shape;530;p64"/>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531" name="Google Shape;531;p6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32" name="Google Shape;532;p6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33" name="Google Shape;533;p6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4" name="Google Shape;534;p6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535" name="Shape 535"/>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536" name="Shape 536"/>
        <p:cNvGrpSpPr/>
        <p:nvPr/>
      </p:nvGrpSpPr>
      <p:grpSpPr>
        <a:xfrm>
          <a:off x="0" y="0"/>
          <a:ext cx="0" cy="0"/>
          <a:chOff x="0" y="0"/>
          <a:chExt cx="0" cy="0"/>
        </a:xfrm>
      </p:grpSpPr>
      <p:sp>
        <p:nvSpPr>
          <p:cNvPr id="537" name="Google Shape;537;p66"/>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38" name="Google Shape;538;p66"/>
          <p:cNvSpPr txBox="1"/>
          <p:nvPr>
            <p:ph idx="1" type="subTitle"/>
          </p:nvPr>
        </p:nvSpPr>
        <p:spPr>
          <a:xfrm>
            <a:off x="5859325" y="1405390"/>
            <a:ext cx="2486100" cy="40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539" name="Google Shape;539;p66"/>
          <p:cNvSpPr txBox="1"/>
          <p:nvPr>
            <p:ph idx="2" type="subTitle"/>
          </p:nvPr>
        </p:nvSpPr>
        <p:spPr>
          <a:xfrm>
            <a:off x="5859325" y="180641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40" name="Google Shape;540;p66"/>
          <p:cNvSpPr txBox="1"/>
          <p:nvPr>
            <p:ph idx="3" type="subTitle"/>
          </p:nvPr>
        </p:nvSpPr>
        <p:spPr>
          <a:xfrm>
            <a:off x="1903925" y="1405390"/>
            <a:ext cx="2486100" cy="40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541" name="Google Shape;541;p66"/>
          <p:cNvSpPr txBox="1"/>
          <p:nvPr>
            <p:ph idx="4" type="subTitle"/>
          </p:nvPr>
        </p:nvSpPr>
        <p:spPr>
          <a:xfrm>
            <a:off x="1903925" y="180641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42" name="Google Shape;542;p66"/>
          <p:cNvSpPr txBox="1"/>
          <p:nvPr>
            <p:ph idx="5" type="subTitle"/>
          </p:nvPr>
        </p:nvSpPr>
        <p:spPr>
          <a:xfrm>
            <a:off x="5859325" y="3171118"/>
            <a:ext cx="2486100" cy="46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543" name="Google Shape;543;p66"/>
          <p:cNvSpPr txBox="1"/>
          <p:nvPr>
            <p:ph idx="6" type="subTitle"/>
          </p:nvPr>
        </p:nvSpPr>
        <p:spPr>
          <a:xfrm>
            <a:off x="5859325" y="356548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44" name="Google Shape;544;p66"/>
          <p:cNvSpPr txBox="1"/>
          <p:nvPr>
            <p:ph idx="7" type="subTitle"/>
          </p:nvPr>
        </p:nvSpPr>
        <p:spPr>
          <a:xfrm>
            <a:off x="1903925" y="3171118"/>
            <a:ext cx="2486100" cy="46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545" name="Google Shape;545;p66"/>
          <p:cNvSpPr txBox="1"/>
          <p:nvPr>
            <p:ph idx="8" type="subTitle"/>
          </p:nvPr>
        </p:nvSpPr>
        <p:spPr>
          <a:xfrm>
            <a:off x="1903975" y="356548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46" name="Google Shape;546;p66"/>
          <p:cNvSpPr txBox="1"/>
          <p:nvPr>
            <p:ph hasCustomPrompt="1" idx="9" type="title"/>
          </p:nvPr>
        </p:nvSpPr>
        <p:spPr>
          <a:xfrm>
            <a:off x="798575" y="1417915"/>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547" name="Google Shape;547;p66"/>
          <p:cNvSpPr txBox="1"/>
          <p:nvPr>
            <p:ph hasCustomPrompt="1" idx="13" type="title"/>
          </p:nvPr>
        </p:nvSpPr>
        <p:spPr>
          <a:xfrm>
            <a:off x="4753975" y="1403976"/>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548" name="Google Shape;548;p66"/>
          <p:cNvSpPr txBox="1"/>
          <p:nvPr>
            <p:ph hasCustomPrompt="1" idx="14" type="title"/>
          </p:nvPr>
        </p:nvSpPr>
        <p:spPr>
          <a:xfrm>
            <a:off x="798625" y="3176773"/>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549" name="Google Shape;549;p66"/>
          <p:cNvSpPr txBox="1"/>
          <p:nvPr>
            <p:ph hasCustomPrompt="1" idx="15" type="title"/>
          </p:nvPr>
        </p:nvSpPr>
        <p:spPr>
          <a:xfrm>
            <a:off x="4753975" y="3162833"/>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550" name="Google Shape;550;p6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51" name="Google Shape;551;p6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552" name="Shape 552"/>
        <p:cNvGrpSpPr/>
        <p:nvPr/>
      </p:nvGrpSpPr>
      <p:grpSpPr>
        <a:xfrm>
          <a:off x="0" y="0"/>
          <a:ext cx="0" cy="0"/>
          <a:chOff x="0" y="0"/>
          <a:chExt cx="0" cy="0"/>
        </a:xfrm>
      </p:grpSpPr>
      <p:sp>
        <p:nvSpPr>
          <p:cNvPr id="553" name="Google Shape;553;p67"/>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54" name="Google Shape;554;p67"/>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555" name="Google Shape;555;p67"/>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56" name="Google Shape;556;p67"/>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57" name="Google Shape;557;p67"/>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558" name="Google Shape;558;p67"/>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59" name="Google Shape;559;p67"/>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60" name="Google Shape;560;p67"/>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561" name="Google Shape;561;p67"/>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62" name="Google Shape;562;p67"/>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63" name="Google Shape;563;p67"/>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564" name="Google Shape;564;p67"/>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65" name="Google Shape;565;p67"/>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66" name="Google Shape;566;p67"/>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567" name="Google Shape;567;p67"/>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68" name="Google Shape;568;p67"/>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69" name="Google Shape;569;p67"/>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570" name="Google Shape;570;p67"/>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71" name="Google Shape;571;p67"/>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2" name="Google Shape;572;p6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73" name="Google Shape;573;p6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74" name="Google Shape;574;p6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75" name="Google Shape;575;p6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576" name="Shape 576"/>
        <p:cNvGrpSpPr/>
        <p:nvPr/>
      </p:nvGrpSpPr>
      <p:grpSpPr>
        <a:xfrm>
          <a:off x="0" y="0"/>
          <a:ext cx="0" cy="0"/>
          <a:chOff x="0" y="0"/>
          <a:chExt cx="0" cy="0"/>
        </a:xfrm>
      </p:grpSpPr>
      <p:sp>
        <p:nvSpPr>
          <p:cNvPr id="577" name="Google Shape;577;p68"/>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578" name="Google Shape;578;p68"/>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579" name="Google Shape;579;p6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0" name="Google Shape;580;p6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581" name="Shape 581"/>
        <p:cNvGrpSpPr/>
        <p:nvPr/>
      </p:nvGrpSpPr>
      <p:grpSpPr>
        <a:xfrm>
          <a:off x="0" y="0"/>
          <a:ext cx="0" cy="0"/>
          <a:chOff x="0" y="0"/>
          <a:chExt cx="0" cy="0"/>
        </a:xfrm>
      </p:grpSpPr>
      <p:sp>
        <p:nvSpPr>
          <p:cNvPr id="582" name="Google Shape;582;p69"/>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583" name="Google Shape;583;p69"/>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584" name="Google Shape;584;p6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5" name="Google Shape;585;p6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6" name="Google Shape;586;p6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87" name="Google Shape;587;p6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588" name="Shape 588"/>
        <p:cNvGrpSpPr/>
        <p:nvPr/>
      </p:nvGrpSpPr>
      <p:grpSpPr>
        <a:xfrm>
          <a:off x="0" y="0"/>
          <a:ext cx="0" cy="0"/>
          <a:chOff x="0" y="0"/>
          <a:chExt cx="0" cy="0"/>
        </a:xfrm>
      </p:grpSpPr>
      <p:sp>
        <p:nvSpPr>
          <p:cNvPr id="589" name="Google Shape;589;p70"/>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590" name="Google Shape;590;p70"/>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591" name="Google Shape;591;p7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2" name="Google Shape;592;p7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3" name="Google Shape;593;p7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94" name="Google Shape;594;p7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595" name="Shape 595"/>
        <p:cNvGrpSpPr/>
        <p:nvPr/>
      </p:nvGrpSpPr>
      <p:grpSpPr>
        <a:xfrm>
          <a:off x="0" y="0"/>
          <a:ext cx="0" cy="0"/>
          <a:chOff x="0" y="0"/>
          <a:chExt cx="0" cy="0"/>
        </a:xfrm>
      </p:grpSpPr>
      <p:sp>
        <p:nvSpPr>
          <p:cNvPr id="596" name="Google Shape;596;p71"/>
          <p:cNvSpPr txBox="1"/>
          <p:nvPr>
            <p:ph type="title"/>
          </p:nvPr>
        </p:nvSpPr>
        <p:spPr>
          <a:xfrm>
            <a:off x="1994850" y="1482825"/>
            <a:ext cx="51543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9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597" name="Google Shape;597;p71"/>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598" name="Google Shape;598;p7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9" name="Google Shape;599;p7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600" name="Shape 600"/>
        <p:cNvGrpSpPr/>
        <p:nvPr/>
      </p:nvGrpSpPr>
      <p:grpSpPr>
        <a:xfrm>
          <a:off x="0" y="0"/>
          <a:ext cx="0" cy="0"/>
          <a:chOff x="0" y="0"/>
          <a:chExt cx="0" cy="0"/>
        </a:xfrm>
      </p:grpSpPr>
      <p:sp>
        <p:nvSpPr>
          <p:cNvPr id="601" name="Google Shape;601;p72"/>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602" name="Google Shape;602;p72"/>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603" name="Google Shape;603;p7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04" name="Google Shape;604;p7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05" name="Google Shape;605;p7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06" name="Google Shape;606;p7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07" name="Google Shape;607;p7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08" name="Google Shape;608;p72"/>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609" name="Shape 609"/>
        <p:cNvGrpSpPr/>
        <p:nvPr/>
      </p:nvGrpSpPr>
      <p:grpSpPr>
        <a:xfrm>
          <a:off x="0" y="0"/>
          <a:ext cx="0" cy="0"/>
          <a:chOff x="0" y="0"/>
          <a:chExt cx="0" cy="0"/>
        </a:xfrm>
      </p:grpSpPr>
      <p:sp>
        <p:nvSpPr>
          <p:cNvPr id="610" name="Google Shape;610;p73"/>
          <p:cNvSpPr txBox="1"/>
          <p:nvPr>
            <p:ph type="title"/>
          </p:nvPr>
        </p:nvSpPr>
        <p:spPr>
          <a:xfrm>
            <a:off x="1677925" y="2511803"/>
            <a:ext cx="3714900" cy="8058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11" name="Google Shape;611;p73"/>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612" name="Google Shape;612;p73"/>
          <p:cNvSpPr txBox="1"/>
          <p:nvPr>
            <p:ph idx="1" type="subTitle"/>
          </p:nvPr>
        </p:nvSpPr>
        <p:spPr>
          <a:xfrm>
            <a:off x="831625" y="3244000"/>
            <a:ext cx="4561200" cy="393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613" name="Google Shape;613;p73"/>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14" name="Google Shape;614;p73"/>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15" name="Google Shape;615;p73"/>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16" name="Google Shape;616;p73"/>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617" name="Shape 617"/>
        <p:cNvGrpSpPr/>
        <p:nvPr/>
      </p:nvGrpSpPr>
      <p:grpSpPr>
        <a:xfrm>
          <a:off x="0" y="0"/>
          <a:ext cx="0" cy="0"/>
          <a:chOff x="0" y="0"/>
          <a:chExt cx="0" cy="0"/>
        </a:xfrm>
      </p:grpSpPr>
      <p:sp>
        <p:nvSpPr>
          <p:cNvPr id="618" name="Google Shape;618;p74"/>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619" name="Google Shape;619;p7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20" name="Google Shape;620;p7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21" name="Google Shape;621;p74"/>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622" name="Shape 622"/>
        <p:cNvGrpSpPr/>
        <p:nvPr/>
      </p:nvGrpSpPr>
      <p:grpSpPr>
        <a:xfrm>
          <a:off x="0" y="0"/>
          <a:ext cx="0" cy="0"/>
          <a:chOff x="0" y="0"/>
          <a:chExt cx="0" cy="0"/>
        </a:xfrm>
      </p:grpSpPr>
      <p:cxnSp>
        <p:nvCxnSpPr>
          <p:cNvPr id="623" name="Google Shape;623;p7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24" name="Google Shape;624;p7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25" name="Google Shape;625;p7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26" name="Google Shape;626;p7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27" name="Google Shape;627;p7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28" name="Google Shape;628;p75"/>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629" name="Google Shape;629;p75"/>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630" name="Shape 630"/>
        <p:cNvGrpSpPr/>
        <p:nvPr/>
      </p:nvGrpSpPr>
      <p:grpSpPr>
        <a:xfrm>
          <a:off x="0" y="0"/>
          <a:ext cx="0" cy="0"/>
          <a:chOff x="0" y="0"/>
          <a:chExt cx="0" cy="0"/>
        </a:xfrm>
      </p:grpSpPr>
      <p:sp>
        <p:nvSpPr>
          <p:cNvPr id="631" name="Google Shape;631;p76"/>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32" name="Google Shape;632;p76"/>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633" name="Google Shape;633;p76"/>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34" name="Google Shape;634;p76"/>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635" name="Google Shape;635;p76"/>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36" name="Google Shape;636;p76"/>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637" name="Google Shape;637;p76"/>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38" name="Google Shape;638;p76"/>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639" name="Google Shape;639;p76"/>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640" name="Google Shape;640;p7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1" name="Google Shape;641;p7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642" name="Shape 642"/>
        <p:cNvGrpSpPr/>
        <p:nvPr/>
      </p:nvGrpSpPr>
      <p:grpSpPr>
        <a:xfrm>
          <a:off x="0" y="0"/>
          <a:ext cx="0" cy="0"/>
          <a:chOff x="0" y="0"/>
          <a:chExt cx="0" cy="0"/>
        </a:xfrm>
      </p:grpSpPr>
      <p:cxnSp>
        <p:nvCxnSpPr>
          <p:cNvPr id="643" name="Google Shape;643;p7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4" name="Google Shape;644;p7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5" name="Google Shape;645;p7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46" name="Google Shape;646;p7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647" name="Google Shape;647;p77"/>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648" name="Shape 648"/>
        <p:cNvGrpSpPr/>
        <p:nvPr/>
      </p:nvGrpSpPr>
      <p:grpSpPr>
        <a:xfrm>
          <a:off x="0" y="0"/>
          <a:ext cx="0" cy="0"/>
          <a:chOff x="0" y="0"/>
          <a:chExt cx="0" cy="0"/>
        </a:xfrm>
      </p:grpSpPr>
      <p:sp>
        <p:nvSpPr>
          <p:cNvPr id="649" name="Google Shape;649;p78"/>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50" name="Google Shape;650;p78"/>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651" name="Google Shape;651;p7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52" name="Google Shape;652;p7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53" name="Google Shape;653;p7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54" name="Google Shape;654;p78"/>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655" name="Shape 655"/>
        <p:cNvGrpSpPr/>
        <p:nvPr/>
      </p:nvGrpSpPr>
      <p:grpSpPr>
        <a:xfrm>
          <a:off x="0" y="0"/>
          <a:ext cx="0" cy="0"/>
          <a:chOff x="0" y="0"/>
          <a:chExt cx="0" cy="0"/>
        </a:xfrm>
      </p:grpSpPr>
      <p:sp>
        <p:nvSpPr>
          <p:cNvPr id="656" name="Google Shape;656;p79"/>
          <p:cNvSpPr txBox="1"/>
          <p:nvPr>
            <p:ph type="title"/>
          </p:nvPr>
        </p:nvSpPr>
        <p:spPr>
          <a:xfrm>
            <a:off x="4956100" y="2467375"/>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657" name="Google Shape;657;p79"/>
          <p:cNvSpPr txBox="1"/>
          <p:nvPr>
            <p:ph hasCustomPrompt="1" idx="2" type="title"/>
          </p:nvPr>
        </p:nvSpPr>
        <p:spPr>
          <a:xfrm>
            <a:off x="4956100" y="1402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658" name="Google Shape;658;p79"/>
          <p:cNvSpPr txBox="1"/>
          <p:nvPr>
            <p:ph idx="1" type="subTitle"/>
          </p:nvPr>
        </p:nvSpPr>
        <p:spPr>
          <a:xfrm>
            <a:off x="4956100" y="3116275"/>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659" name="Google Shape;659;p7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60" name="Google Shape;660;p7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61" name="Google Shape;661;p79"/>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662" name="Shape 662"/>
        <p:cNvGrpSpPr/>
        <p:nvPr/>
      </p:nvGrpSpPr>
      <p:grpSpPr>
        <a:xfrm>
          <a:off x="0" y="0"/>
          <a:ext cx="0" cy="0"/>
          <a:chOff x="0" y="0"/>
          <a:chExt cx="0" cy="0"/>
        </a:xfrm>
      </p:grpSpPr>
      <p:sp>
        <p:nvSpPr>
          <p:cNvPr id="663" name="Google Shape;663;p80"/>
          <p:cNvSpPr txBox="1"/>
          <p:nvPr>
            <p:ph type="title"/>
          </p:nvPr>
        </p:nvSpPr>
        <p:spPr>
          <a:xfrm>
            <a:off x="4373850" y="944250"/>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664" name="Google Shape;664;p80"/>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665" name="Google Shape;665;p80"/>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666" name="Google Shape;666;p8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67" name="Google Shape;667;p8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68" name="Google Shape;668;p8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69" name="Google Shape;669;p8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70" name="Google Shape;670;p8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71" name="Google Shape;671;p8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672" name="Shape 672"/>
        <p:cNvGrpSpPr/>
        <p:nvPr/>
      </p:nvGrpSpPr>
      <p:grpSpPr>
        <a:xfrm>
          <a:off x="0" y="0"/>
          <a:ext cx="0" cy="0"/>
          <a:chOff x="0" y="0"/>
          <a:chExt cx="0" cy="0"/>
        </a:xfrm>
      </p:grpSpPr>
      <p:sp>
        <p:nvSpPr>
          <p:cNvPr id="673" name="Google Shape;673;p81"/>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74" name="Google Shape;674;p81"/>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675" name="Google Shape;675;p8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76" name="Google Shape;676;p8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77" name="Google Shape;677;p81"/>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678" name="Shape 678"/>
        <p:cNvGrpSpPr/>
        <p:nvPr/>
      </p:nvGrpSpPr>
      <p:grpSpPr>
        <a:xfrm>
          <a:off x="0" y="0"/>
          <a:ext cx="0" cy="0"/>
          <a:chOff x="0" y="0"/>
          <a:chExt cx="0" cy="0"/>
        </a:xfrm>
      </p:grpSpPr>
      <p:sp>
        <p:nvSpPr>
          <p:cNvPr id="679" name="Google Shape;679;p82"/>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80" name="Google Shape;680;p82"/>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681" name="Google Shape;681;p8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82" name="Google Shape;682;p8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83" name="Google Shape;683;p8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84" name="Google Shape;684;p8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85" name="Google Shape;685;p8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686" name="Google Shape;686;p82"/>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687" name="Shape 687"/>
        <p:cNvGrpSpPr/>
        <p:nvPr/>
      </p:nvGrpSpPr>
      <p:grpSpPr>
        <a:xfrm>
          <a:off x="0" y="0"/>
          <a:ext cx="0" cy="0"/>
          <a:chOff x="0" y="0"/>
          <a:chExt cx="0" cy="0"/>
        </a:xfrm>
      </p:grpSpPr>
      <p:sp>
        <p:nvSpPr>
          <p:cNvPr id="688" name="Google Shape;688;p83"/>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689" name="Google Shape;689;p83"/>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90" name="Google Shape;690;p83"/>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691" name="Google Shape;691;p83"/>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92" name="Google Shape;692;p83"/>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693" name="Google Shape;693;p83"/>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94" name="Google Shape;694;p83"/>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695" name="Google Shape;695;p8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6" name="Google Shape;696;p8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697" name="Shape 697"/>
        <p:cNvGrpSpPr/>
        <p:nvPr/>
      </p:nvGrpSpPr>
      <p:grpSpPr>
        <a:xfrm>
          <a:off x="0" y="0"/>
          <a:ext cx="0" cy="0"/>
          <a:chOff x="0" y="0"/>
          <a:chExt cx="0" cy="0"/>
        </a:xfrm>
      </p:grpSpPr>
      <p:sp>
        <p:nvSpPr>
          <p:cNvPr id="698" name="Google Shape;698;p84"/>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699" name="Google Shape;699;p84"/>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00" name="Google Shape;700;p84"/>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01" name="Google Shape;701;p84"/>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02" name="Google Shape;702;p84"/>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03" name="Google Shape;703;p84"/>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04" name="Google Shape;704;p84"/>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705" name="Google Shape;705;p84"/>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06" name="Google Shape;706;p84"/>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07" name="Google Shape;707;p84"/>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08" name="Google Shape;708;p84"/>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09" name="Google Shape;709;p84"/>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10" name="Google Shape;710;p84"/>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711" name="Google Shape;711;p8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12" name="Google Shape;712;p8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13" name="Google Shape;713;p8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4" name="Google Shape;714;p8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
  <p:cSld name="CUSTOM_32">
    <p:spTree>
      <p:nvGrpSpPr>
        <p:cNvPr id="715" name="Shape 715"/>
        <p:cNvGrpSpPr/>
        <p:nvPr/>
      </p:nvGrpSpPr>
      <p:grpSpPr>
        <a:xfrm>
          <a:off x="0" y="0"/>
          <a:ext cx="0" cy="0"/>
          <a:chOff x="0" y="0"/>
          <a:chExt cx="0" cy="0"/>
        </a:xfrm>
      </p:grpSpPr>
      <p:sp>
        <p:nvSpPr>
          <p:cNvPr id="716" name="Google Shape;716;p85"/>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17" name="Google Shape;717;p85"/>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18" name="Google Shape;718;p85"/>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19" name="Google Shape;719;p85"/>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20" name="Google Shape;720;p85"/>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21" name="Google Shape;721;p85"/>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22" name="Google Shape;722;p85"/>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23" name="Google Shape;723;p85"/>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24" name="Google Shape;724;p85"/>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25" name="Google Shape;725;p85"/>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26" name="Google Shape;726;p85"/>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27" name="Google Shape;727;p85"/>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28" name="Google Shape;728;p85"/>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729" name="Google Shape;729;p8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30" name="Google Shape;730;p8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731" name="Shape 731"/>
        <p:cNvGrpSpPr/>
        <p:nvPr/>
      </p:nvGrpSpPr>
      <p:grpSpPr>
        <a:xfrm>
          <a:off x="0" y="0"/>
          <a:ext cx="0" cy="0"/>
          <a:chOff x="0" y="0"/>
          <a:chExt cx="0" cy="0"/>
        </a:xfrm>
      </p:grpSpPr>
      <p:sp>
        <p:nvSpPr>
          <p:cNvPr id="732" name="Google Shape;732;p86"/>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33" name="Google Shape;733;p86"/>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34" name="Google Shape;734;p86"/>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35" name="Google Shape;735;p86"/>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36" name="Google Shape;736;p86"/>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37" name="Google Shape;737;p86"/>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38" name="Google Shape;738;p86"/>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39" name="Google Shape;739;p86"/>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40" name="Google Shape;740;p86"/>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41" name="Google Shape;741;p86"/>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42" name="Google Shape;742;p86"/>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743" name="Google Shape;743;p8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44" name="Google Shape;744;p8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45" name="Google Shape;745;p8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46" name="Google Shape;746;p8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747" name="Shape 747"/>
        <p:cNvGrpSpPr/>
        <p:nvPr/>
      </p:nvGrpSpPr>
      <p:grpSpPr>
        <a:xfrm>
          <a:off x="0" y="0"/>
          <a:ext cx="0" cy="0"/>
          <a:chOff x="0" y="0"/>
          <a:chExt cx="0" cy="0"/>
        </a:xfrm>
      </p:grpSpPr>
      <p:sp>
        <p:nvSpPr>
          <p:cNvPr id="748" name="Google Shape;748;p87"/>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749" name="Google Shape;749;p8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50" name="Google Shape;750;p8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51" name="Google Shape;751;p8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52" name="Google Shape;752;p8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53" name="Google Shape;753;p8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54" name="Google Shape;754;p8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755" name="Shape 755"/>
        <p:cNvGrpSpPr/>
        <p:nvPr/>
      </p:nvGrpSpPr>
      <p:grpSpPr>
        <a:xfrm>
          <a:off x="0" y="0"/>
          <a:ext cx="0" cy="0"/>
          <a:chOff x="0" y="0"/>
          <a:chExt cx="0" cy="0"/>
        </a:xfrm>
      </p:grpSpPr>
      <p:sp>
        <p:nvSpPr>
          <p:cNvPr id="756" name="Google Shape;756;p88"/>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57" name="Google Shape;757;p88"/>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58" name="Google Shape;758;p88"/>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59" name="Google Shape;759;p88"/>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60" name="Google Shape;760;p88"/>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61" name="Google Shape;761;p88"/>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62" name="Google Shape;762;p88"/>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63" name="Google Shape;763;p88"/>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64" name="Google Shape;764;p88"/>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765" name="Google Shape;765;p8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66" name="Google Shape;766;p8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767" name="Shape 767"/>
        <p:cNvGrpSpPr/>
        <p:nvPr/>
      </p:nvGrpSpPr>
      <p:grpSpPr>
        <a:xfrm>
          <a:off x="0" y="0"/>
          <a:ext cx="0" cy="0"/>
          <a:chOff x="0" y="0"/>
          <a:chExt cx="0" cy="0"/>
        </a:xfrm>
      </p:grpSpPr>
      <p:sp>
        <p:nvSpPr>
          <p:cNvPr id="768" name="Google Shape;768;p89"/>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69" name="Google Shape;769;p89"/>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0" name="Google Shape;770;p89"/>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71" name="Google Shape;771;p89"/>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2" name="Google Shape;772;p89"/>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73" name="Google Shape;773;p89"/>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4" name="Google Shape;774;p89"/>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775" name="Google Shape;775;p8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76" name="Google Shape;776;p8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77" name="Google Shape;777;p89"/>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778" name="Shape 778"/>
        <p:cNvGrpSpPr/>
        <p:nvPr/>
      </p:nvGrpSpPr>
      <p:grpSpPr>
        <a:xfrm>
          <a:off x="0" y="0"/>
          <a:ext cx="0" cy="0"/>
          <a:chOff x="0" y="0"/>
          <a:chExt cx="0" cy="0"/>
        </a:xfrm>
      </p:grpSpPr>
      <p:cxnSp>
        <p:nvCxnSpPr>
          <p:cNvPr id="779" name="Google Shape;779;p9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80" name="Google Shape;780;p9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81" name="Google Shape;781;p9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82" name="Google Shape;782;p9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83" name="Google Shape;783;p9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84" name="Google Shape;784;p9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785" name="Google Shape;785;p90"/>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86" name="Google Shape;786;p90"/>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7" name="Google Shape;787;p90"/>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88" name="Google Shape;788;p90"/>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9" name="Google Shape;789;p90"/>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0" name="Google Shape;790;p90"/>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91" name="Google Shape;791;p90"/>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2" name="Google Shape;792;p90"/>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93" name="Google Shape;793;p90"/>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4" name="Google Shape;794;p90"/>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795" name="Google Shape;795;p90"/>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796" name="Google Shape;796;p90"/>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797" name="Google Shape;797;p90"/>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798" name="Shape 798"/>
        <p:cNvGrpSpPr/>
        <p:nvPr/>
      </p:nvGrpSpPr>
      <p:grpSpPr>
        <a:xfrm>
          <a:off x="0" y="0"/>
          <a:ext cx="0" cy="0"/>
          <a:chOff x="0" y="0"/>
          <a:chExt cx="0" cy="0"/>
        </a:xfrm>
      </p:grpSpPr>
      <p:sp>
        <p:nvSpPr>
          <p:cNvPr id="799" name="Google Shape;799;p91"/>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00" name="Google Shape;800;p91"/>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801" name="Google Shape;801;p91"/>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02" name="Google Shape;802;p91"/>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803" name="Google Shape;803;p91"/>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04" name="Google Shape;804;p91"/>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805" name="Google Shape;805;p91"/>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806" name="Google Shape;806;p9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07" name="Google Shape;807;p9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808" name="Shape 808"/>
        <p:cNvGrpSpPr/>
        <p:nvPr/>
      </p:nvGrpSpPr>
      <p:grpSpPr>
        <a:xfrm>
          <a:off x="0" y="0"/>
          <a:ext cx="0" cy="0"/>
          <a:chOff x="0" y="0"/>
          <a:chExt cx="0" cy="0"/>
        </a:xfrm>
      </p:grpSpPr>
      <p:sp>
        <p:nvSpPr>
          <p:cNvPr id="809" name="Google Shape;809;p92"/>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10" name="Google Shape;810;p92"/>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1" name="Google Shape;811;p92"/>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12" name="Google Shape;812;p92"/>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3" name="Google Shape;813;p92"/>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14" name="Google Shape;814;p92"/>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5" name="Google Shape;815;p92"/>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16" name="Google Shape;816;p92"/>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7" name="Google Shape;817;p92"/>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818" name="Google Shape;818;p9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19" name="Google Shape;819;p9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820" name="Shape 820"/>
        <p:cNvGrpSpPr/>
        <p:nvPr/>
      </p:nvGrpSpPr>
      <p:grpSpPr>
        <a:xfrm>
          <a:off x="0" y="0"/>
          <a:ext cx="0" cy="0"/>
          <a:chOff x="0" y="0"/>
          <a:chExt cx="0" cy="0"/>
        </a:xfrm>
      </p:grpSpPr>
      <p:cxnSp>
        <p:nvCxnSpPr>
          <p:cNvPr id="821" name="Google Shape;821;p9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22" name="Google Shape;822;p9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23" name="Google Shape;823;p9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824" name="Google Shape;824;p9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825" name="Google Shape;825;p9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826" name="Google Shape;826;p9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827" name="Google Shape;827;p93"/>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28" name="Google Shape;828;p93"/>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29" name="Google Shape;829;p93"/>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30" name="Google Shape;830;p93"/>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1" name="Google Shape;831;p93"/>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832" name="Google Shape;832;p93"/>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33" name="Google Shape;833;p93"/>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834" name="Shape 834"/>
        <p:cNvGrpSpPr/>
        <p:nvPr/>
      </p:nvGrpSpPr>
      <p:grpSpPr>
        <a:xfrm>
          <a:off x="0" y="0"/>
          <a:ext cx="0" cy="0"/>
          <a:chOff x="0" y="0"/>
          <a:chExt cx="0" cy="0"/>
        </a:xfrm>
      </p:grpSpPr>
      <p:sp>
        <p:nvSpPr>
          <p:cNvPr id="835" name="Google Shape;835;p94"/>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836" name="Google Shape;836;p94"/>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7" name="Google Shape;837;p94"/>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838" name="Google Shape;838;p94"/>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9" name="Google Shape;839;p94"/>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840" name="Google Shape;840;p94"/>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841" name="Google Shape;841;p9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42" name="Google Shape;842;p9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843" name="Shape 843"/>
        <p:cNvGrpSpPr/>
        <p:nvPr/>
      </p:nvGrpSpPr>
      <p:grpSpPr>
        <a:xfrm>
          <a:off x="0" y="0"/>
          <a:ext cx="0" cy="0"/>
          <a:chOff x="0" y="0"/>
          <a:chExt cx="0" cy="0"/>
        </a:xfrm>
      </p:grpSpPr>
      <p:sp>
        <p:nvSpPr>
          <p:cNvPr id="844" name="Google Shape;844;p95"/>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45" name="Google Shape;845;p95"/>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46" name="Google Shape;846;p95"/>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47" name="Google Shape;847;p95"/>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48" name="Google Shape;848;p95"/>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49" name="Google Shape;849;p95"/>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850" name="Google Shape;850;p9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51" name="Google Shape;851;p9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52" name="Google Shape;852;p9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853" name="Google Shape;853;p9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854" name="Google Shape;854;p9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855" name="Google Shape;855;p95"/>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856" name="Google Shape;856;p95"/>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857" name="Google Shape;857;p95"/>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858" name="Shape 858"/>
        <p:cNvGrpSpPr/>
        <p:nvPr/>
      </p:nvGrpSpPr>
      <p:grpSpPr>
        <a:xfrm>
          <a:off x="0" y="0"/>
          <a:ext cx="0" cy="0"/>
          <a:chOff x="0" y="0"/>
          <a:chExt cx="0" cy="0"/>
        </a:xfrm>
      </p:grpSpPr>
      <p:sp>
        <p:nvSpPr>
          <p:cNvPr id="859" name="Google Shape;859;p96"/>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60" name="Google Shape;860;p96"/>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861" name="Google Shape;861;p9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62" name="Google Shape;862;p9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863" name="Shape 863"/>
        <p:cNvGrpSpPr/>
        <p:nvPr/>
      </p:nvGrpSpPr>
      <p:grpSpPr>
        <a:xfrm>
          <a:off x="0" y="0"/>
          <a:ext cx="0" cy="0"/>
          <a:chOff x="0" y="0"/>
          <a:chExt cx="0" cy="0"/>
        </a:xfrm>
      </p:grpSpPr>
      <p:sp>
        <p:nvSpPr>
          <p:cNvPr id="864" name="Google Shape;864;p97"/>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865" name="Google Shape;865;p97"/>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866" name="Google Shape;866;p9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67" name="Google Shape;867;p9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868" name="Shape 868"/>
        <p:cNvGrpSpPr/>
        <p:nvPr/>
      </p:nvGrpSpPr>
      <p:grpSpPr>
        <a:xfrm>
          <a:off x="0" y="0"/>
          <a:ext cx="0" cy="0"/>
          <a:chOff x="0" y="0"/>
          <a:chExt cx="0" cy="0"/>
        </a:xfrm>
      </p:grpSpPr>
      <p:sp>
        <p:nvSpPr>
          <p:cNvPr id="869" name="Google Shape;869;p98"/>
          <p:cNvSpPr txBox="1"/>
          <p:nvPr>
            <p:ph idx="1" type="subTitle"/>
          </p:nvPr>
        </p:nvSpPr>
        <p:spPr>
          <a:xfrm>
            <a:off x="4166800" y="1453525"/>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870" name="Google Shape;870;p98"/>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871" name="Google Shape;871;p9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72" name="Google Shape;872;p9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73" name="Google Shape;873;p98"/>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874" name="Shape 874"/>
        <p:cNvGrpSpPr/>
        <p:nvPr/>
      </p:nvGrpSpPr>
      <p:grpSpPr>
        <a:xfrm>
          <a:off x="0" y="0"/>
          <a:ext cx="0" cy="0"/>
          <a:chOff x="0" y="0"/>
          <a:chExt cx="0" cy="0"/>
        </a:xfrm>
      </p:grpSpPr>
      <p:cxnSp>
        <p:nvCxnSpPr>
          <p:cNvPr id="875" name="Google Shape;875;p9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76" name="Google Shape;876;p9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77" name="Google Shape;877;p9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878" name="Google Shape;878;p9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879" name="Google Shape;879;p9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880" name="Google Shape;880;p9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881" name="Google Shape;881;p99"/>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882" name="Google Shape;882;p99"/>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883" name="Google Shape;883;p99"/>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884" name="Shape 884"/>
        <p:cNvGrpSpPr/>
        <p:nvPr/>
      </p:nvGrpSpPr>
      <p:grpSpPr>
        <a:xfrm>
          <a:off x="0" y="0"/>
          <a:ext cx="0" cy="0"/>
          <a:chOff x="0" y="0"/>
          <a:chExt cx="0" cy="0"/>
        </a:xfrm>
      </p:grpSpPr>
      <p:sp>
        <p:nvSpPr>
          <p:cNvPr id="885" name="Google Shape;885;p100"/>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86" name="Google Shape;886;p100"/>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87" name="Google Shape;887;p100"/>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88" name="Google Shape;888;p100"/>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89" name="Google Shape;889;p100"/>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890" name="Google Shape;890;p10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91" name="Google Shape;891;p10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892" name="Shape 892"/>
        <p:cNvGrpSpPr/>
        <p:nvPr/>
      </p:nvGrpSpPr>
      <p:grpSpPr>
        <a:xfrm>
          <a:off x="0" y="0"/>
          <a:ext cx="0" cy="0"/>
          <a:chOff x="0" y="0"/>
          <a:chExt cx="0" cy="0"/>
        </a:xfrm>
      </p:grpSpPr>
      <p:sp>
        <p:nvSpPr>
          <p:cNvPr id="893" name="Google Shape;893;p101"/>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894" name="Google Shape;894;p101"/>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95" name="Google Shape;895;p101"/>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96" name="Google Shape;896;p101"/>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97" name="Google Shape;897;p101"/>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98" name="Google Shape;898;p101"/>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99" name="Google Shape;899;p101"/>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900" name="Google Shape;900;p10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01" name="Google Shape;901;p10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02" name="Google Shape;902;p10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903" name="Google Shape;903;p10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904" name="Shape 904"/>
        <p:cNvGrpSpPr/>
        <p:nvPr/>
      </p:nvGrpSpPr>
      <p:grpSpPr>
        <a:xfrm>
          <a:off x="0" y="0"/>
          <a:ext cx="0" cy="0"/>
          <a:chOff x="0" y="0"/>
          <a:chExt cx="0" cy="0"/>
        </a:xfrm>
      </p:grpSpPr>
      <p:sp>
        <p:nvSpPr>
          <p:cNvPr id="905" name="Google Shape;905;p102"/>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906" name="Google Shape;906;p102"/>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07" name="Google Shape;907;p102"/>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908" name="Google Shape;908;p10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09" name="Google Shape;909;p102"/>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910" name="Google Shape;910;p10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11" name="Google Shape;911;p102"/>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912" name="Shape 912"/>
        <p:cNvGrpSpPr/>
        <p:nvPr/>
      </p:nvGrpSpPr>
      <p:grpSpPr>
        <a:xfrm>
          <a:off x="0" y="0"/>
          <a:ext cx="0" cy="0"/>
          <a:chOff x="0" y="0"/>
          <a:chExt cx="0" cy="0"/>
        </a:xfrm>
      </p:grpSpPr>
      <p:cxnSp>
        <p:nvCxnSpPr>
          <p:cNvPr id="913" name="Google Shape;913;p10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14" name="Google Shape;914;p10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915" name="Shape 915"/>
        <p:cNvGrpSpPr/>
        <p:nvPr/>
      </p:nvGrpSpPr>
      <p:grpSpPr>
        <a:xfrm>
          <a:off x="0" y="0"/>
          <a:ext cx="0" cy="0"/>
          <a:chOff x="0" y="0"/>
          <a:chExt cx="0" cy="0"/>
        </a:xfrm>
      </p:grpSpPr>
      <p:cxnSp>
        <p:nvCxnSpPr>
          <p:cNvPr id="916" name="Google Shape;916;p10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17" name="Google Shape;917;p10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18" name="Google Shape;918;p104"/>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919" name="Google Shape;919;p104"/>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920" name="Shape 920"/>
        <p:cNvGrpSpPr/>
        <p:nvPr/>
      </p:nvGrpSpPr>
      <p:grpSpPr>
        <a:xfrm>
          <a:off x="0" y="0"/>
          <a:ext cx="0" cy="0"/>
          <a:chOff x="0" y="0"/>
          <a:chExt cx="0" cy="0"/>
        </a:xfrm>
      </p:grpSpPr>
      <p:cxnSp>
        <p:nvCxnSpPr>
          <p:cNvPr id="921" name="Google Shape;921;p10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22" name="Google Shape;922;p10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23" name="Google Shape;923;p105"/>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924" name="Shape 924"/>
        <p:cNvGrpSpPr/>
        <p:nvPr/>
      </p:nvGrpSpPr>
      <p:grpSpPr>
        <a:xfrm>
          <a:off x="0" y="0"/>
          <a:ext cx="0" cy="0"/>
          <a:chOff x="0" y="0"/>
          <a:chExt cx="0" cy="0"/>
        </a:xfrm>
      </p:grpSpPr>
      <p:cxnSp>
        <p:nvCxnSpPr>
          <p:cNvPr id="925" name="Google Shape;925;p10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26" name="Google Shape;926;p10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27" name="Google Shape;927;p106"/>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928" name="Google Shape;928;p10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929" name="Google Shape;929;p10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930" name="Google Shape;930;p10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e56a293a698d4f2_21_0)">
  <p:cSld name="Generated (h6e56a293a698d4f2_21_0)">
    <p:spTree>
      <p:nvGrpSpPr>
        <p:cNvPr id="931" name="Shape 931"/>
        <p:cNvGrpSpPr/>
        <p:nvPr/>
      </p:nvGrpSpPr>
      <p:grpSpPr>
        <a:xfrm>
          <a:off x="0" y="0"/>
          <a:ext cx="0" cy="0"/>
          <a:chOff x="0" y="0"/>
          <a:chExt cx="0" cy="0"/>
        </a:xfrm>
      </p:grpSpPr>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35" name="Shape 935"/>
        <p:cNvGrpSpPr/>
        <p:nvPr/>
      </p:nvGrpSpPr>
      <p:grpSpPr>
        <a:xfrm>
          <a:off x="0" y="0"/>
          <a:ext cx="0" cy="0"/>
          <a:chOff x="0" y="0"/>
          <a:chExt cx="0" cy="0"/>
        </a:xfrm>
      </p:grpSpPr>
      <p:sp>
        <p:nvSpPr>
          <p:cNvPr id="936" name="Google Shape;936;p109"/>
          <p:cNvSpPr txBox="1"/>
          <p:nvPr>
            <p:ph type="ctrTitle"/>
          </p:nvPr>
        </p:nvSpPr>
        <p:spPr>
          <a:xfrm>
            <a:off x="1039975" y="1248300"/>
            <a:ext cx="7064100" cy="2052600"/>
          </a:xfrm>
          <a:prstGeom prst="rect">
            <a:avLst/>
          </a:prstGeom>
        </p:spPr>
        <p:txBody>
          <a:bodyPr anchorCtr="0" anchor="t"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37" name="Google Shape;937;p109"/>
          <p:cNvSpPr txBox="1"/>
          <p:nvPr>
            <p:ph idx="1" type="subTitle"/>
          </p:nvPr>
        </p:nvSpPr>
        <p:spPr>
          <a:xfrm>
            <a:off x="1040000" y="3300900"/>
            <a:ext cx="7064100" cy="441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938" name="Google Shape;938;p10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39" name="Google Shape;939;p109"/>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940" name="Google Shape;940;p10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41" name="Google Shape;941;p109"/>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2" name="Shape 942"/>
        <p:cNvGrpSpPr/>
        <p:nvPr/>
      </p:nvGrpSpPr>
      <p:grpSpPr>
        <a:xfrm>
          <a:off x="0" y="0"/>
          <a:ext cx="0" cy="0"/>
          <a:chOff x="0" y="0"/>
          <a:chExt cx="0" cy="0"/>
        </a:xfrm>
      </p:grpSpPr>
      <p:sp>
        <p:nvSpPr>
          <p:cNvPr id="943" name="Google Shape;943;p110"/>
          <p:cNvSpPr txBox="1"/>
          <p:nvPr>
            <p:ph type="title"/>
          </p:nvPr>
        </p:nvSpPr>
        <p:spPr>
          <a:xfrm>
            <a:off x="2714550" y="2366272"/>
            <a:ext cx="3714900" cy="8184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44" name="Google Shape;944;p110"/>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945" name="Google Shape;945;p110"/>
          <p:cNvSpPr txBox="1"/>
          <p:nvPr>
            <p:ph idx="1" type="subTitle"/>
          </p:nvPr>
        </p:nvSpPr>
        <p:spPr>
          <a:xfrm>
            <a:off x="2291400" y="3076675"/>
            <a:ext cx="4561200" cy="39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946" name="Google Shape;946;p1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47" name="Google Shape;947;p1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48" name="Google Shape;948;p110"/>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949" name="Google Shape;949;p110"/>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50" name="Shape 950"/>
        <p:cNvGrpSpPr/>
        <p:nvPr/>
      </p:nvGrpSpPr>
      <p:grpSpPr>
        <a:xfrm>
          <a:off x="0" y="0"/>
          <a:ext cx="0" cy="0"/>
          <a:chOff x="0" y="0"/>
          <a:chExt cx="0" cy="0"/>
        </a:xfrm>
      </p:grpSpPr>
      <p:sp>
        <p:nvSpPr>
          <p:cNvPr id="951" name="Google Shape;951;p111"/>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2" name="Google Shape;952;p111"/>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953" name="Google Shape;953;p1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54" name="Google Shape;954;p1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55" name="Google Shape;955;p111"/>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56" name="Shape 956"/>
        <p:cNvGrpSpPr/>
        <p:nvPr/>
      </p:nvGrpSpPr>
      <p:grpSpPr>
        <a:xfrm>
          <a:off x="0" y="0"/>
          <a:ext cx="0" cy="0"/>
          <a:chOff x="0" y="0"/>
          <a:chExt cx="0" cy="0"/>
        </a:xfrm>
      </p:grpSpPr>
      <p:sp>
        <p:nvSpPr>
          <p:cNvPr id="957" name="Google Shape;957;p112"/>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8" name="Google Shape;958;p112"/>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959" name="Google Shape;959;p112"/>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60" name="Google Shape;960;p112"/>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961" name="Google Shape;961;p112"/>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962" name="Google Shape;962;p11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63" name="Google Shape;963;p11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64" name="Google Shape;964;p112"/>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5" name="Shape 965"/>
        <p:cNvGrpSpPr/>
        <p:nvPr/>
      </p:nvGrpSpPr>
      <p:grpSpPr>
        <a:xfrm>
          <a:off x="0" y="0"/>
          <a:ext cx="0" cy="0"/>
          <a:chOff x="0" y="0"/>
          <a:chExt cx="0" cy="0"/>
        </a:xfrm>
      </p:grpSpPr>
      <p:sp>
        <p:nvSpPr>
          <p:cNvPr id="966" name="Google Shape;966;p11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967" name="Google Shape;967;p1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68" name="Google Shape;968;p1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69" name="Shape 969"/>
        <p:cNvGrpSpPr/>
        <p:nvPr/>
      </p:nvGrpSpPr>
      <p:grpSpPr>
        <a:xfrm>
          <a:off x="0" y="0"/>
          <a:ext cx="0" cy="0"/>
          <a:chOff x="0" y="0"/>
          <a:chExt cx="0" cy="0"/>
        </a:xfrm>
      </p:grpSpPr>
      <p:sp>
        <p:nvSpPr>
          <p:cNvPr id="970" name="Google Shape;970;p114"/>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971" name="Google Shape;971;p114"/>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972" name="Google Shape;972;p114"/>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973" name="Google Shape;973;p1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74" name="Google Shape;974;p1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75" name="Shape 975"/>
        <p:cNvGrpSpPr/>
        <p:nvPr/>
      </p:nvGrpSpPr>
      <p:grpSpPr>
        <a:xfrm>
          <a:off x="0" y="0"/>
          <a:ext cx="0" cy="0"/>
          <a:chOff x="0" y="0"/>
          <a:chExt cx="0" cy="0"/>
        </a:xfrm>
      </p:grpSpPr>
      <p:sp>
        <p:nvSpPr>
          <p:cNvPr id="976" name="Google Shape;976;p115"/>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977" name="Google Shape;977;p1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78" name="Google Shape;978;p1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79" name="Google Shape;979;p115"/>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980" name="Google Shape;980;p115"/>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81" name="Shape 981"/>
        <p:cNvGrpSpPr/>
        <p:nvPr/>
      </p:nvGrpSpPr>
      <p:grpSpPr>
        <a:xfrm>
          <a:off x="0" y="0"/>
          <a:ext cx="0" cy="0"/>
          <a:chOff x="0" y="0"/>
          <a:chExt cx="0" cy="0"/>
        </a:xfrm>
      </p:grpSpPr>
      <p:sp>
        <p:nvSpPr>
          <p:cNvPr id="982" name="Google Shape;982;p116"/>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983" name="Google Shape;983;p116"/>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984" name="Google Shape;984;p1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85" name="Google Shape;985;p1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86" name="Google Shape;986;p116"/>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87" name="Shape 987"/>
        <p:cNvGrpSpPr/>
        <p:nvPr/>
      </p:nvGrpSpPr>
      <p:grpSpPr>
        <a:xfrm>
          <a:off x="0" y="0"/>
          <a:ext cx="0" cy="0"/>
          <a:chOff x="0" y="0"/>
          <a:chExt cx="0" cy="0"/>
        </a:xfrm>
      </p:grpSpPr>
      <p:sp>
        <p:nvSpPr>
          <p:cNvPr id="988" name="Google Shape;988;p117"/>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989" name="Google Shape;989;p1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90" name="Google Shape;990;p1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91" name="Google Shape;991;p117"/>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92" name="Shape 992"/>
        <p:cNvGrpSpPr/>
        <p:nvPr/>
      </p:nvGrpSpPr>
      <p:grpSpPr>
        <a:xfrm>
          <a:off x="0" y="0"/>
          <a:ext cx="0" cy="0"/>
          <a:chOff x="0" y="0"/>
          <a:chExt cx="0" cy="0"/>
        </a:xfrm>
      </p:grpSpPr>
      <p:sp>
        <p:nvSpPr>
          <p:cNvPr id="993" name="Google Shape;993;p118"/>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94" name="Google Shape;994;p118"/>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995" name="Google Shape;995;p1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96" name="Google Shape;996;p1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997" name="Google Shape;997;p11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998" name="Google Shape;998;p11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99" name="Shape 999"/>
        <p:cNvGrpSpPr/>
        <p:nvPr/>
      </p:nvGrpSpPr>
      <p:grpSpPr>
        <a:xfrm>
          <a:off x="0" y="0"/>
          <a:ext cx="0" cy="0"/>
          <a:chOff x="0" y="0"/>
          <a:chExt cx="0" cy="0"/>
        </a:xfrm>
      </p:grpSpPr>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000" name="Shape 1000"/>
        <p:cNvGrpSpPr/>
        <p:nvPr/>
      </p:nvGrpSpPr>
      <p:grpSpPr>
        <a:xfrm>
          <a:off x="0" y="0"/>
          <a:ext cx="0" cy="0"/>
          <a:chOff x="0" y="0"/>
          <a:chExt cx="0" cy="0"/>
        </a:xfrm>
      </p:grpSpPr>
      <p:sp>
        <p:nvSpPr>
          <p:cNvPr id="1001" name="Google Shape;1001;p120"/>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02" name="Google Shape;1002;p120"/>
          <p:cNvSpPr txBox="1"/>
          <p:nvPr>
            <p:ph idx="1" type="subTitle"/>
          </p:nvPr>
        </p:nvSpPr>
        <p:spPr>
          <a:xfrm>
            <a:off x="5859325" y="1405390"/>
            <a:ext cx="2486100" cy="40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003" name="Google Shape;1003;p120"/>
          <p:cNvSpPr txBox="1"/>
          <p:nvPr>
            <p:ph idx="2" type="subTitle"/>
          </p:nvPr>
        </p:nvSpPr>
        <p:spPr>
          <a:xfrm>
            <a:off x="5859325" y="180641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04" name="Google Shape;1004;p120"/>
          <p:cNvSpPr txBox="1"/>
          <p:nvPr>
            <p:ph idx="3" type="subTitle"/>
          </p:nvPr>
        </p:nvSpPr>
        <p:spPr>
          <a:xfrm>
            <a:off x="1903925" y="1405390"/>
            <a:ext cx="2486100" cy="40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005" name="Google Shape;1005;p120"/>
          <p:cNvSpPr txBox="1"/>
          <p:nvPr>
            <p:ph idx="4" type="subTitle"/>
          </p:nvPr>
        </p:nvSpPr>
        <p:spPr>
          <a:xfrm>
            <a:off x="1903925" y="180641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06" name="Google Shape;1006;p120"/>
          <p:cNvSpPr txBox="1"/>
          <p:nvPr>
            <p:ph idx="5" type="subTitle"/>
          </p:nvPr>
        </p:nvSpPr>
        <p:spPr>
          <a:xfrm>
            <a:off x="5859325" y="3171118"/>
            <a:ext cx="2486100" cy="46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007" name="Google Shape;1007;p120"/>
          <p:cNvSpPr txBox="1"/>
          <p:nvPr>
            <p:ph idx="6" type="subTitle"/>
          </p:nvPr>
        </p:nvSpPr>
        <p:spPr>
          <a:xfrm>
            <a:off x="5859325" y="356548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08" name="Google Shape;1008;p120"/>
          <p:cNvSpPr txBox="1"/>
          <p:nvPr>
            <p:ph idx="7" type="subTitle"/>
          </p:nvPr>
        </p:nvSpPr>
        <p:spPr>
          <a:xfrm>
            <a:off x="1903925" y="3171118"/>
            <a:ext cx="2486100" cy="46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009" name="Google Shape;1009;p120"/>
          <p:cNvSpPr txBox="1"/>
          <p:nvPr>
            <p:ph idx="8" type="subTitle"/>
          </p:nvPr>
        </p:nvSpPr>
        <p:spPr>
          <a:xfrm>
            <a:off x="1903975" y="356548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10" name="Google Shape;1010;p120"/>
          <p:cNvSpPr txBox="1"/>
          <p:nvPr>
            <p:ph hasCustomPrompt="1" idx="9" type="title"/>
          </p:nvPr>
        </p:nvSpPr>
        <p:spPr>
          <a:xfrm>
            <a:off x="798575" y="1417915"/>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1011" name="Google Shape;1011;p120"/>
          <p:cNvSpPr txBox="1"/>
          <p:nvPr>
            <p:ph hasCustomPrompt="1" idx="13" type="title"/>
          </p:nvPr>
        </p:nvSpPr>
        <p:spPr>
          <a:xfrm>
            <a:off x="4753975" y="1403976"/>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1012" name="Google Shape;1012;p120"/>
          <p:cNvSpPr txBox="1"/>
          <p:nvPr>
            <p:ph hasCustomPrompt="1" idx="14" type="title"/>
          </p:nvPr>
        </p:nvSpPr>
        <p:spPr>
          <a:xfrm>
            <a:off x="798625" y="3176773"/>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1013" name="Google Shape;1013;p120"/>
          <p:cNvSpPr txBox="1"/>
          <p:nvPr>
            <p:ph hasCustomPrompt="1" idx="15" type="title"/>
          </p:nvPr>
        </p:nvSpPr>
        <p:spPr>
          <a:xfrm>
            <a:off x="4753975" y="3162833"/>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1014" name="Google Shape;1014;p12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15" name="Google Shape;1015;p12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1016" name="Shape 1016"/>
        <p:cNvGrpSpPr/>
        <p:nvPr/>
      </p:nvGrpSpPr>
      <p:grpSpPr>
        <a:xfrm>
          <a:off x="0" y="0"/>
          <a:ext cx="0" cy="0"/>
          <a:chOff x="0" y="0"/>
          <a:chExt cx="0" cy="0"/>
        </a:xfrm>
      </p:grpSpPr>
      <p:sp>
        <p:nvSpPr>
          <p:cNvPr id="1017" name="Google Shape;1017;p121"/>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18" name="Google Shape;1018;p121"/>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9" name="Google Shape;1019;p121"/>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0" name="Google Shape;1020;p121"/>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21" name="Google Shape;1021;p121"/>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22" name="Google Shape;1022;p121"/>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3" name="Google Shape;1023;p121"/>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24" name="Google Shape;1024;p121"/>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25" name="Google Shape;1025;p121"/>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6" name="Google Shape;1026;p121"/>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27" name="Google Shape;1027;p121"/>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28" name="Google Shape;1028;p121"/>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9" name="Google Shape;1029;p121"/>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0" name="Google Shape;1030;p121"/>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31" name="Google Shape;1031;p121"/>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32" name="Google Shape;1032;p121"/>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3" name="Google Shape;1033;p121"/>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34" name="Google Shape;1034;p121"/>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35" name="Google Shape;1035;p121"/>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36" name="Google Shape;1036;p12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37" name="Google Shape;1037;p12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38" name="Google Shape;1038;p12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039" name="Google Shape;1039;p12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040" name="Shape 1040"/>
        <p:cNvGrpSpPr/>
        <p:nvPr/>
      </p:nvGrpSpPr>
      <p:grpSpPr>
        <a:xfrm>
          <a:off x="0" y="0"/>
          <a:ext cx="0" cy="0"/>
          <a:chOff x="0" y="0"/>
          <a:chExt cx="0" cy="0"/>
        </a:xfrm>
      </p:grpSpPr>
      <p:sp>
        <p:nvSpPr>
          <p:cNvPr id="1041" name="Google Shape;1041;p122"/>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042" name="Google Shape;1042;p122"/>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043" name="Google Shape;1043;p1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44" name="Google Shape;1044;p1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1045" name="Shape 1045"/>
        <p:cNvGrpSpPr/>
        <p:nvPr/>
      </p:nvGrpSpPr>
      <p:grpSpPr>
        <a:xfrm>
          <a:off x="0" y="0"/>
          <a:ext cx="0" cy="0"/>
          <a:chOff x="0" y="0"/>
          <a:chExt cx="0" cy="0"/>
        </a:xfrm>
      </p:grpSpPr>
      <p:sp>
        <p:nvSpPr>
          <p:cNvPr id="1046" name="Google Shape;1046;p123"/>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047" name="Google Shape;1047;p123"/>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048" name="Google Shape;1048;p1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49" name="Google Shape;1049;p1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50" name="Google Shape;1050;p12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051" name="Google Shape;1051;p12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052" name="Shape 1052"/>
        <p:cNvGrpSpPr/>
        <p:nvPr/>
      </p:nvGrpSpPr>
      <p:grpSpPr>
        <a:xfrm>
          <a:off x="0" y="0"/>
          <a:ext cx="0" cy="0"/>
          <a:chOff x="0" y="0"/>
          <a:chExt cx="0" cy="0"/>
        </a:xfrm>
      </p:grpSpPr>
      <p:sp>
        <p:nvSpPr>
          <p:cNvPr id="1053" name="Google Shape;1053;p124"/>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054" name="Google Shape;1054;p124"/>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1055" name="Google Shape;1055;p1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56" name="Google Shape;1056;p1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57" name="Google Shape;1057;p12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058" name="Google Shape;1058;p12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059" name="Shape 1059"/>
        <p:cNvGrpSpPr/>
        <p:nvPr/>
      </p:nvGrpSpPr>
      <p:grpSpPr>
        <a:xfrm>
          <a:off x="0" y="0"/>
          <a:ext cx="0" cy="0"/>
          <a:chOff x="0" y="0"/>
          <a:chExt cx="0" cy="0"/>
        </a:xfrm>
      </p:grpSpPr>
      <p:sp>
        <p:nvSpPr>
          <p:cNvPr id="1060" name="Google Shape;1060;p125"/>
          <p:cNvSpPr txBox="1"/>
          <p:nvPr>
            <p:ph type="title"/>
          </p:nvPr>
        </p:nvSpPr>
        <p:spPr>
          <a:xfrm>
            <a:off x="1994850" y="1482825"/>
            <a:ext cx="51543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9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1061" name="Google Shape;1061;p125"/>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1062" name="Google Shape;1062;p1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63" name="Google Shape;1063;p1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1064" name="Shape 1064"/>
        <p:cNvGrpSpPr/>
        <p:nvPr/>
      </p:nvGrpSpPr>
      <p:grpSpPr>
        <a:xfrm>
          <a:off x="0" y="0"/>
          <a:ext cx="0" cy="0"/>
          <a:chOff x="0" y="0"/>
          <a:chExt cx="0" cy="0"/>
        </a:xfrm>
      </p:grpSpPr>
      <p:sp>
        <p:nvSpPr>
          <p:cNvPr id="1065" name="Google Shape;1065;p126"/>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066" name="Google Shape;1066;p126"/>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067" name="Google Shape;1067;p1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68" name="Google Shape;1068;p1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69" name="Google Shape;1069;p126"/>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070" name="Google Shape;1070;p12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071" name="Google Shape;1071;p12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072" name="Google Shape;1072;p12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1073" name="Shape 1073"/>
        <p:cNvGrpSpPr/>
        <p:nvPr/>
      </p:nvGrpSpPr>
      <p:grpSpPr>
        <a:xfrm>
          <a:off x="0" y="0"/>
          <a:ext cx="0" cy="0"/>
          <a:chOff x="0" y="0"/>
          <a:chExt cx="0" cy="0"/>
        </a:xfrm>
      </p:grpSpPr>
      <p:sp>
        <p:nvSpPr>
          <p:cNvPr id="1074" name="Google Shape;1074;p127"/>
          <p:cNvSpPr txBox="1"/>
          <p:nvPr>
            <p:ph type="title"/>
          </p:nvPr>
        </p:nvSpPr>
        <p:spPr>
          <a:xfrm>
            <a:off x="1677925" y="2511803"/>
            <a:ext cx="3714900" cy="8058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75" name="Google Shape;1075;p127"/>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076" name="Google Shape;1076;p127"/>
          <p:cNvSpPr txBox="1"/>
          <p:nvPr>
            <p:ph idx="1" type="subTitle"/>
          </p:nvPr>
        </p:nvSpPr>
        <p:spPr>
          <a:xfrm>
            <a:off x="831625" y="3244000"/>
            <a:ext cx="4561200" cy="393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077" name="Google Shape;1077;p127"/>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78" name="Google Shape;1078;p127"/>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79" name="Google Shape;1079;p127"/>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080" name="Google Shape;1080;p127"/>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081" name="Shape 1081"/>
        <p:cNvGrpSpPr/>
        <p:nvPr/>
      </p:nvGrpSpPr>
      <p:grpSpPr>
        <a:xfrm>
          <a:off x="0" y="0"/>
          <a:ext cx="0" cy="0"/>
          <a:chOff x="0" y="0"/>
          <a:chExt cx="0" cy="0"/>
        </a:xfrm>
      </p:grpSpPr>
      <p:sp>
        <p:nvSpPr>
          <p:cNvPr id="1082" name="Google Shape;1082;p128"/>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83" name="Google Shape;1083;p1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84" name="Google Shape;1084;p1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85" name="Google Shape;1085;p128"/>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086" name="Shape 1086"/>
        <p:cNvGrpSpPr/>
        <p:nvPr/>
      </p:nvGrpSpPr>
      <p:grpSpPr>
        <a:xfrm>
          <a:off x="0" y="0"/>
          <a:ext cx="0" cy="0"/>
          <a:chOff x="0" y="0"/>
          <a:chExt cx="0" cy="0"/>
        </a:xfrm>
      </p:grpSpPr>
      <p:cxnSp>
        <p:nvCxnSpPr>
          <p:cNvPr id="1087" name="Google Shape;1087;p1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88" name="Google Shape;1088;p1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089" name="Google Shape;1089;p12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090" name="Google Shape;1090;p12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091" name="Google Shape;1091;p12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092" name="Google Shape;1092;p12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093" name="Google Shape;1093;p129"/>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1094" name="Shape 1094"/>
        <p:cNvGrpSpPr/>
        <p:nvPr/>
      </p:nvGrpSpPr>
      <p:grpSpPr>
        <a:xfrm>
          <a:off x="0" y="0"/>
          <a:ext cx="0" cy="0"/>
          <a:chOff x="0" y="0"/>
          <a:chExt cx="0" cy="0"/>
        </a:xfrm>
      </p:grpSpPr>
      <p:sp>
        <p:nvSpPr>
          <p:cNvPr id="1095" name="Google Shape;1095;p130"/>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96" name="Google Shape;1096;p130"/>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097" name="Google Shape;1097;p130"/>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98" name="Google Shape;1098;p130"/>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099" name="Google Shape;1099;p130"/>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00" name="Google Shape;1100;p130"/>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101" name="Google Shape;1101;p130"/>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02" name="Google Shape;1102;p130"/>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103" name="Google Shape;1103;p130"/>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04" name="Google Shape;1104;p1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5" name="Google Shape;1105;p1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1106" name="Shape 1106"/>
        <p:cNvGrpSpPr/>
        <p:nvPr/>
      </p:nvGrpSpPr>
      <p:grpSpPr>
        <a:xfrm>
          <a:off x="0" y="0"/>
          <a:ext cx="0" cy="0"/>
          <a:chOff x="0" y="0"/>
          <a:chExt cx="0" cy="0"/>
        </a:xfrm>
      </p:grpSpPr>
      <p:cxnSp>
        <p:nvCxnSpPr>
          <p:cNvPr id="1107" name="Google Shape;1107;p1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8" name="Google Shape;1108;p1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9" name="Google Shape;1109;p13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10" name="Google Shape;1110;p13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111" name="Google Shape;1111;p131"/>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1112" name="Shape 1112"/>
        <p:cNvGrpSpPr/>
        <p:nvPr/>
      </p:nvGrpSpPr>
      <p:grpSpPr>
        <a:xfrm>
          <a:off x="0" y="0"/>
          <a:ext cx="0" cy="0"/>
          <a:chOff x="0" y="0"/>
          <a:chExt cx="0" cy="0"/>
        </a:xfrm>
      </p:grpSpPr>
      <p:sp>
        <p:nvSpPr>
          <p:cNvPr id="1113" name="Google Shape;1113;p132"/>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114" name="Google Shape;1114;p132"/>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115" name="Google Shape;1115;p1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6" name="Google Shape;1116;p1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7" name="Google Shape;1117;p13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18" name="Google Shape;1118;p13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1119" name="Shape 1119"/>
        <p:cNvGrpSpPr/>
        <p:nvPr/>
      </p:nvGrpSpPr>
      <p:grpSpPr>
        <a:xfrm>
          <a:off x="0" y="0"/>
          <a:ext cx="0" cy="0"/>
          <a:chOff x="0" y="0"/>
          <a:chExt cx="0" cy="0"/>
        </a:xfrm>
      </p:grpSpPr>
      <p:sp>
        <p:nvSpPr>
          <p:cNvPr id="1120" name="Google Shape;1120;p133"/>
          <p:cNvSpPr txBox="1"/>
          <p:nvPr>
            <p:ph type="title"/>
          </p:nvPr>
        </p:nvSpPr>
        <p:spPr>
          <a:xfrm>
            <a:off x="4956100" y="2467375"/>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121" name="Google Shape;1121;p133"/>
          <p:cNvSpPr txBox="1"/>
          <p:nvPr>
            <p:ph hasCustomPrompt="1" idx="2" type="title"/>
          </p:nvPr>
        </p:nvSpPr>
        <p:spPr>
          <a:xfrm>
            <a:off x="4956100" y="1402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1122" name="Google Shape;1122;p133"/>
          <p:cNvSpPr txBox="1"/>
          <p:nvPr>
            <p:ph idx="1" type="subTitle"/>
          </p:nvPr>
        </p:nvSpPr>
        <p:spPr>
          <a:xfrm>
            <a:off x="4956100" y="3116275"/>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123" name="Google Shape;1123;p1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24" name="Google Shape;1124;p1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25" name="Google Shape;1125;p133"/>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1126" name="Shape 1126"/>
        <p:cNvGrpSpPr/>
        <p:nvPr/>
      </p:nvGrpSpPr>
      <p:grpSpPr>
        <a:xfrm>
          <a:off x="0" y="0"/>
          <a:ext cx="0" cy="0"/>
          <a:chOff x="0" y="0"/>
          <a:chExt cx="0" cy="0"/>
        </a:xfrm>
      </p:grpSpPr>
      <p:sp>
        <p:nvSpPr>
          <p:cNvPr id="1127" name="Google Shape;1127;p134"/>
          <p:cNvSpPr txBox="1"/>
          <p:nvPr>
            <p:ph type="title"/>
          </p:nvPr>
        </p:nvSpPr>
        <p:spPr>
          <a:xfrm>
            <a:off x="4373850" y="944250"/>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128" name="Google Shape;1128;p134"/>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1129" name="Google Shape;1129;p134"/>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130" name="Google Shape;1130;p13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31" name="Google Shape;1131;p13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32" name="Google Shape;1132;p13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33" name="Google Shape;1133;p13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34" name="Google Shape;1134;p13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35" name="Google Shape;1135;p13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1136" name="Shape 1136"/>
        <p:cNvGrpSpPr/>
        <p:nvPr/>
      </p:nvGrpSpPr>
      <p:grpSpPr>
        <a:xfrm>
          <a:off x="0" y="0"/>
          <a:ext cx="0" cy="0"/>
          <a:chOff x="0" y="0"/>
          <a:chExt cx="0" cy="0"/>
        </a:xfrm>
      </p:grpSpPr>
      <p:sp>
        <p:nvSpPr>
          <p:cNvPr id="1137" name="Google Shape;1137;p135"/>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38" name="Google Shape;1138;p135"/>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1139" name="Google Shape;1139;p13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40" name="Google Shape;1140;p13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41" name="Google Shape;1141;p135"/>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1142" name="Shape 1142"/>
        <p:cNvGrpSpPr/>
        <p:nvPr/>
      </p:nvGrpSpPr>
      <p:grpSpPr>
        <a:xfrm>
          <a:off x="0" y="0"/>
          <a:ext cx="0" cy="0"/>
          <a:chOff x="0" y="0"/>
          <a:chExt cx="0" cy="0"/>
        </a:xfrm>
      </p:grpSpPr>
      <p:sp>
        <p:nvSpPr>
          <p:cNvPr id="1143" name="Google Shape;1143;p136"/>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44" name="Google Shape;1144;p136"/>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1145" name="Google Shape;1145;p13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46" name="Google Shape;1146;p13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47" name="Google Shape;1147;p136"/>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48" name="Google Shape;1148;p13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49" name="Google Shape;1149;p13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50" name="Google Shape;1150;p13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1151" name="Shape 1151"/>
        <p:cNvGrpSpPr/>
        <p:nvPr/>
      </p:nvGrpSpPr>
      <p:grpSpPr>
        <a:xfrm>
          <a:off x="0" y="0"/>
          <a:ext cx="0" cy="0"/>
          <a:chOff x="0" y="0"/>
          <a:chExt cx="0" cy="0"/>
        </a:xfrm>
      </p:grpSpPr>
      <p:sp>
        <p:nvSpPr>
          <p:cNvPr id="1152" name="Google Shape;1152;p137"/>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153" name="Google Shape;1153;p137"/>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54" name="Google Shape;1154;p137"/>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155" name="Google Shape;1155;p137"/>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56" name="Google Shape;1156;p137"/>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157" name="Google Shape;1157;p137"/>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58" name="Google Shape;1158;p137"/>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159" name="Google Shape;1159;p13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60" name="Google Shape;1160;p13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1161" name="Shape 1161"/>
        <p:cNvGrpSpPr/>
        <p:nvPr/>
      </p:nvGrpSpPr>
      <p:grpSpPr>
        <a:xfrm>
          <a:off x="0" y="0"/>
          <a:ext cx="0" cy="0"/>
          <a:chOff x="0" y="0"/>
          <a:chExt cx="0" cy="0"/>
        </a:xfrm>
      </p:grpSpPr>
      <p:sp>
        <p:nvSpPr>
          <p:cNvPr id="1162" name="Google Shape;1162;p138"/>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163" name="Google Shape;1163;p138"/>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64" name="Google Shape;1164;p138"/>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165" name="Google Shape;1165;p138"/>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66" name="Google Shape;1166;p138"/>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167" name="Google Shape;1167;p138"/>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68" name="Google Shape;1168;p138"/>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1169" name="Google Shape;1169;p138"/>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170" name="Google Shape;1170;p138"/>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71" name="Google Shape;1171;p138"/>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172" name="Google Shape;1172;p138"/>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73" name="Google Shape;1173;p138"/>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174" name="Google Shape;1174;p138"/>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75" name="Google Shape;1175;p13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6" name="Google Shape;1176;p13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7" name="Google Shape;1177;p13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78" name="Google Shape;1178;p13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
  <p:cSld name="CUSTOM_32">
    <p:spTree>
      <p:nvGrpSpPr>
        <p:cNvPr id="1179" name="Shape 1179"/>
        <p:cNvGrpSpPr/>
        <p:nvPr/>
      </p:nvGrpSpPr>
      <p:grpSpPr>
        <a:xfrm>
          <a:off x="0" y="0"/>
          <a:ext cx="0" cy="0"/>
          <a:chOff x="0" y="0"/>
          <a:chExt cx="0" cy="0"/>
        </a:xfrm>
      </p:grpSpPr>
      <p:sp>
        <p:nvSpPr>
          <p:cNvPr id="1180" name="Google Shape;1180;p139"/>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181" name="Google Shape;1181;p139"/>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82" name="Google Shape;1182;p139"/>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183" name="Google Shape;1183;p139"/>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84" name="Google Shape;1184;p139"/>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185" name="Google Shape;1185;p139"/>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86" name="Google Shape;1186;p139"/>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187" name="Google Shape;1187;p139"/>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88" name="Google Shape;1188;p139"/>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189" name="Google Shape;1189;p139"/>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90" name="Google Shape;1190;p139"/>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191" name="Google Shape;1191;p139"/>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92" name="Google Shape;1192;p139"/>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193" name="Google Shape;1193;p13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94" name="Google Shape;1194;p13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1195" name="Shape 1195"/>
        <p:cNvGrpSpPr/>
        <p:nvPr/>
      </p:nvGrpSpPr>
      <p:grpSpPr>
        <a:xfrm>
          <a:off x="0" y="0"/>
          <a:ext cx="0" cy="0"/>
          <a:chOff x="0" y="0"/>
          <a:chExt cx="0" cy="0"/>
        </a:xfrm>
      </p:grpSpPr>
      <p:sp>
        <p:nvSpPr>
          <p:cNvPr id="1196" name="Google Shape;1196;p140"/>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197" name="Google Shape;1197;p140"/>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98" name="Google Shape;1198;p140"/>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199" name="Google Shape;1199;p140"/>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00" name="Google Shape;1200;p140"/>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201" name="Google Shape;1201;p140"/>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02" name="Google Shape;1202;p140"/>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203" name="Google Shape;1203;p140"/>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04" name="Google Shape;1204;p140"/>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1205" name="Google Shape;1205;p140"/>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06" name="Google Shape;1206;p140"/>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207" name="Google Shape;1207;p14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08" name="Google Shape;1208;p14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09" name="Google Shape;1209;p14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10" name="Google Shape;1210;p14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1211" name="Shape 1211"/>
        <p:cNvGrpSpPr/>
        <p:nvPr/>
      </p:nvGrpSpPr>
      <p:grpSpPr>
        <a:xfrm>
          <a:off x="0" y="0"/>
          <a:ext cx="0" cy="0"/>
          <a:chOff x="0" y="0"/>
          <a:chExt cx="0" cy="0"/>
        </a:xfrm>
      </p:grpSpPr>
      <p:sp>
        <p:nvSpPr>
          <p:cNvPr id="1212" name="Google Shape;1212;p141"/>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1213" name="Google Shape;1213;p14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14" name="Google Shape;1214;p14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15" name="Google Shape;1215;p14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16" name="Google Shape;1216;p14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17" name="Google Shape;1217;p141"/>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18" name="Google Shape;1218;p141"/>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1219" name="Shape 1219"/>
        <p:cNvGrpSpPr/>
        <p:nvPr/>
      </p:nvGrpSpPr>
      <p:grpSpPr>
        <a:xfrm>
          <a:off x="0" y="0"/>
          <a:ext cx="0" cy="0"/>
          <a:chOff x="0" y="0"/>
          <a:chExt cx="0" cy="0"/>
        </a:xfrm>
      </p:grpSpPr>
      <p:sp>
        <p:nvSpPr>
          <p:cNvPr id="1220" name="Google Shape;1220;p142"/>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21" name="Google Shape;1221;p142"/>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22" name="Google Shape;1222;p142"/>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23" name="Google Shape;1223;p142"/>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24" name="Google Shape;1224;p142"/>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25" name="Google Shape;1225;p142"/>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26" name="Google Shape;1226;p142"/>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27" name="Google Shape;1227;p142"/>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28" name="Google Shape;1228;p142"/>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229" name="Google Shape;1229;p14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30" name="Google Shape;1230;p14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1231" name="Shape 1231"/>
        <p:cNvGrpSpPr/>
        <p:nvPr/>
      </p:nvGrpSpPr>
      <p:grpSpPr>
        <a:xfrm>
          <a:off x="0" y="0"/>
          <a:ext cx="0" cy="0"/>
          <a:chOff x="0" y="0"/>
          <a:chExt cx="0" cy="0"/>
        </a:xfrm>
      </p:grpSpPr>
      <p:sp>
        <p:nvSpPr>
          <p:cNvPr id="1232" name="Google Shape;1232;p143"/>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33" name="Google Shape;1233;p143"/>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34" name="Google Shape;1234;p143"/>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35" name="Google Shape;1235;p143"/>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36" name="Google Shape;1236;p143"/>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37" name="Google Shape;1237;p143"/>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38" name="Google Shape;1238;p143"/>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239" name="Google Shape;1239;p14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40" name="Google Shape;1240;p14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41" name="Google Shape;1241;p143"/>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1242" name="Shape 1242"/>
        <p:cNvGrpSpPr/>
        <p:nvPr/>
      </p:nvGrpSpPr>
      <p:grpSpPr>
        <a:xfrm>
          <a:off x="0" y="0"/>
          <a:ext cx="0" cy="0"/>
          <a:chOff x="0" y="0"/>
          <a:chExt cx="0" cy="0"/>
        </a:xfrm>
      </p:grpSpPr>
      <p:cxnSp>
        <p:nvCxnSpPr>
          <p:cNvPr id="1243" name="Google Shape;1243;p14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44" name="Google Shape;1244;p14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45" name="Google Shape;1245;p14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6" name="Google Shape;1246;p14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7" name="Google Shape;1247;p14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8" name="Google Shape;1248;p14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249" name="Google Shape;1249;p144"/>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50" name="Google Shape;1250;p144"/>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251" name="Google Shape;1251;p144"/>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52" name="Google Shape;1252;p144"/>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253" name="Google Shape;1253;p144"/>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54" name="Google Shape;1254;p144"/>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255" name="Google Shape;1255;p144"/>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56" name="Google Shape;1256;p144"/>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257" name="Google Shape;1257;p144"/>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58" name="Google Shape;1258;p144"/>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1259" name="Google Shape;1259;p144"/>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1260" name="Google Shape;1260;p144"/>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1261" name="Google Shape;1261;p144"/>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1262" name="Shape 1262"/>
        <p:cNvGrpSpPr/>
        <p:nvPr/>
      </p:nvGrpSpPr>
      <p:grpSpPr>
        <a:xfrm>
          <a:off x="0" y="0"/>
          <a:ext cx="0" cy="0"/>
          <a:chOff x="0" y="0"/>
          <a:chExt cx="0" cy="0"/>
        </a:xfrm>
      </p:grpSpPr>
      <p:sp>
        <p:nvSpPr>
          <p:cNvPr id="1263" name="Google Shape;1263;p145"/>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64" name="Google Shape;1264;p145"/>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1265" name="Google Shape;1265;p145"/>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66" name="Google Shape;1266;p145"/>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1267" name="Google Shape;1267;p145"/>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68" name="Google Shape;1268;p145"/>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1269" name="Google Shape;1269;p145"/>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270" name="Google Shape;1270;p14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71" name="Google Shape;1271;p14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1272" name="Shape 1272"/>
        <p:cNvGrpSpPr/>
        <p:nvPr/>
      </p:nvGrpSpPr>
      <p:grpSpPr>
        <a:xfrm>
          <a:off x="0" y="0"/>
          <a:ext cx="0" cy="0"/>
          <a:chOff x="0" y="0"/>
          <a:chExt cx="0" cy="0"/>
        </a:xfrm>
      </p:grpSpPr>
      <p:sp>
        <p:nvSpPr>
          <p:cNvPr id="1273" name="Google Shape;1273;p146"/>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74" name="Google Shape;1274;p146"/>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75" name="Google Shape;1275;p146"/>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76" name="Google Shape;1276;p146"/>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77" name="Google Shape;1277;p146"/>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78" name="Google Shape;1278;p146"/>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79" name="Google Shape;1279;p146"/>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80" name="Google Shape;1280;p146"/>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81" name="Google Shape;1281;p146"/>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282" name="Google Shape;1282;p14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83" name="Google Shape;1283;p14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1284" name="Shape 1284"/>
        <p:cNvGrpSpPr/>
        <p:nvPr/>
      </p:nvGrpSpPr>
      <p:grpSpPr>
        <a:xfrm>
          <a:off x="0" y="0"/>
          <a:ext cx="0" cy="0"/>
          <a:chOff x="0" y="0"/>
          <a:chExt cx="0" cy="0"/>
        </a:xfrm>
      </p:grpSpPr>
      <p:cxnSp>
        <p:nvCxnSpPr>
          <p:cNvPr id="1285" name="Google Shape;1285;p14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86" name="Google Shape;1286;p14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87" name="Google Shape;1287;p14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88" name="Google Shape;1288;p14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89" name="Google Shape;1289;p14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90" name="Google Shape;1290;p14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291" name="Google Shape;1291;p147"/>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92" name="Google Shape;1292;p147"/>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93" name="Google Shape;1293;p147"/>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94" name="Google Shape;1294;p147"/>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95" name="Google Shape;1295;p147"/>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1296" name="Google Shape;1296;p147"/>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297" name="Google Shape;1297;p147"/>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1298" name="Shape 1298"/>
        <p:cNvGrpSpPr/>
        <p:nvPr/>
      </p:nvGrpSpPr>
      <p:grpSpPr>
        <a:xfrm>
          <a:off x="0" y="0"/>
          <a:ext cx="0" cy="0"/>
          <a:chOff x="0" y="0"/>
          <a:chExt cx="0" cy="0"/>
        </a:xfrm>
      </p:grpSpPr>
      <p:sp>
        <p:nvSpPr>
          <p:cNvPr id="1299" name="Google Shape;1299;p148"/>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1300" name="Google Shape;1300;p148"/>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01" name="Google Shape;1301;p148"/>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1302" name="Google Shape;1302;p148"/>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03" name="Google Shape;1303;p148"/>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1304" name="Google Shape;1304;p148"/>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305" name="Google Shape;1305;p14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06" name="Google Shape;1306;p14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1307" name="Shape 1307"/>
        <p:cNvGrpSpPr/>
        <p:nvPr/>
      </p:nvGrpSpPr>
      <p:grpSpPr>
        <a:xfrm>
          <a:off x="0" y="0"/>
          <a:ext cx="0" cy="0"/>
          <a:chOff x="0" y="0"/>
          <a:chExt cx="0" cy="0"/>
        </a:xfrm>
      </p:grpSpPr>
      <p:sp>
        <p:nvSpPr>
          <p:cNvPr id="1308" name="Google Shape;1308;p149"/>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309" name="Google Shape;1309;p149"/>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10" name="Google Shape;1310;p149"/>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311" name="Google Shape;1311;p149"/>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12" name="Google Shape;1312;p149"/>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313" name="Google Shape;1313;p149"/>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314" name="Google Shape;1314;p14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15" name="Google Shape;1315;p14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16" name="Google Shape;1316;p14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7" name="Google Shape;1317;p14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8" name="Google Shape;1318;p14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319" name="Google Shape;1319;p149"/>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1320" name="Google Shape;1320;p149"/>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1321" name="Google Shape;1321;p149"/>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1322" name="Shape 1322"/>
        <p:cNvGrpSpPr/>
        <p:nvPr/>
      </p:nvGrpSpPr>
      <p:grpSpPr>
        <a:xfrm>
          <a:off x="0" y="0"/>
          <a:ext cx="0" cy="0"/>
          <a:chOff x="0" y="0"/>
          <a:chExt cx="0" cy="0"/>
        </a:xfrm>
      </p:grpSpPr>
      <p:sp>
        <p:nvSpPr>
          <p:cNvPr id="1323" name="Google Shape;1323;p150"/>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24" name="Google Shape;1324;p150"/>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325" name="Google Shape;1325;p15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26" name="Google Shape;1326;p15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1327" name="Shape 1327"/>
        <p:cNvGrpSpPr/>
        <p:nvPr/>
      </p:nvGrpSpPr>
      <p:grpSpPr>
        <a:xfrm>
          <a:off x="0" y="0"/>
          <a:ext cx="0" cy="0"/>
          <a:chOff x="0" y="0"/>
          <a:chExt cx="0" cy="0"/>
        </a:xfrm>
      </p:grpSpPr>
      <p:sp>
        <p:nvSpPr>
          <p:cNvPr id="1328" name="Google Shape;1328;p151"/>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1329" name="Google Shape;1329;p151"/>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1330" name="Google Shape;1330;p15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31" name="Google Shape;1331;p15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1332" name="Shape 1332"/>
        <p:cNvGrpSpPr/>
        <p:nvPr/>
      </p:nvGrpSpPr>
      <p:grpSpPr>
        <a:xfrm>
          <a:off x="0" y="0"/>
          <a:ext cx="0" cy="0"/>
          <a:chOff x="0" y="0"/>
          <a:chExt cx="0" cy="0"/>
        </a:xfrm>
      </p:grpSpPr>
      <p:sp>
        <p:nvSpPr>
          <p:cNvPr id="1333" name="Google Shape;1333;p152"/>
          <p:cNvSpPr txBox="1"/>
          <p:nvPr>
            <p:ph idx="1" type="subTitle"/>
          </p:nvPr>
        </p:nvSpPr>
        <p:spPr>
          <a:xfrm>
            <a:off x="4166800" y="1453525"/>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1334" name="Google Shape;1334;p152"/>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335" name="Google Shape;1335;p15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36" name="Google Shape;1336;p15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37" name="Google Shape;1337;p152"/>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1338" name="Shape 1338"/>
        <p:cNvGrpSpPr/>
        <p:nvPr/>
      </p:nvGrpSpPr>
      <p:grpSpPr>
        <a:xfrm>
          <a:off x="0" y="0"/>
          <a:ext cx="0" cy="0"/>
          <a:chOff x="0" y="0"/>
          <a:chExt cx="0" cy="0"/>
        </a:xfrm>
      </p:grpSpPr>
      <p:cxnSp>
        <p:nvCxnSpPr>
          <p:cNvPr id="1339" name="Google Shape;1339;p15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40" name="Google Shape;1340;p15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41" name="Google Shape;1341;p15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42" name="Google Shape;1342;p15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43" name="Google Shape;1343;p15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44" name="Google Shape;1344;p15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345" name="Google Shape;1345;p153"/>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1346" name="Google Shape;1346;p153"/>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347" name="Google Shape;1347;p153"/>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1348" name="Shape 1348"/>
        <p:cNvGrpSpPr/>
        <p:nvPr/>
      </p:nvGrpSpPr>
      <p:grpSpPr>
        <a:xfrm>
          <a:off x="0" y="0"/>
          <a:ext cx="0" cy="0"/>
          <a:chOff x="0" y="0"/>
          <a:chExt cx="0" cy="0"/>
        </a:xfrm>
      </p:grpSpPr>
      <p:sp>
        <p:nvSpPr>
          <p:cNvPr id="1349" name="Google Shape;1349;p154"/>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350" name="Google Shape;1350;p154"/>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51" name="Google Shape;1351;p154"/>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352" name="Google Shape;1352;p154"/>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53" name="Google Shape;1353;p154"/>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1354" name="Google Shape;1354;p15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55" name="Google Shape;1355;p15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1356" name="Shape 1356"/>
        <p:cNvGrpSpPr/>
        <p:nvPr/>
      </p:nvGrpSpPr>
      <p:grpSpPr>
        <a:xfrm>
          <a:off x="0" y="0"/>
          <a:ext cx="0" cy="0"/>
          <a:chOff x="0" y="0"/>
          <a:chExt cx="0" cy="0"/>
        </a:xfrm>
      </p:grpSpPr>
      <p:sp>
        <p:nvSpPr>
          <p:cNvPr id="1357" name="Google Shape;1357;p155"/>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1358" name="Google Shape;1358;p155"/>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359" name="Google Shape;1359;p155"/>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60" name="Google Shape;1360;p155"/>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361" name="Google Shape;1361;p155"/>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62" name="Google Shape;1362;p155"/>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1363" name="Google Shape;1363;p155"/>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364" name="Google Shape;1364;p15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5" name="Google Shape;1365;p15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6" name="Google Shape;1366;p15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67" name="Google Shape;1367;p15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1368" name="Shape 1368"/>
        <p:cNvGrpSpPr/>
        <p:nvPr/>
      </p:nvGrpSpPr>
      <p:grpSpPr>
        <a:xfrm>
          <a:off x="0" y="0"/>
          <a:ext cx="0" cy="0"/>
          <a:chOff x="0" y="0"/>
          <a:chExt cx="0" cy="0"/>
        </a:xfrm>
      </p:grpSpPr>
      <p:sp>
        <p:nvSpPr>
          <p:cNvPr id="1369" name="Google Shape;1369;p156"/>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1370" name="Google Shape;1370;p156"/>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71" name="Google Shape;1371;p156"/>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1372" name="Google Shape;1372;p15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73" name="Google Shape;1373;p156"/>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74" name="Google Shape;1374;p15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75" name="Google Shape;1375;p156"/>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1376" name="Shape 1376"/>
        <p:cNvGrpSpPr/>
        <p:nvPr/>
      </p:nvGrpSpPr>
      <p:grpSpPr>
        <a:xfrm>
          <a:off x="0" y="0"/>
          <a:ext cx="0" cy="0"/>
          <a:chOff x="0" y="0"/>
          <a:chExt cx="0" cy="0"/>
        </a:xfrm>
      </p:grpSpPr>
      <p:cxnSp>
        <p:nvCxnSpPr>
          <p:cNvPr id="1377" name="Google Shape;1377;p15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78" name="Google Shape;1378;p15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1379" name="Shape 1379"/>
        <p:cNvGrpSpPr/>
        <p:nvPr/>
      </p:nvGrpSpPr>
      <p:grpSpPr>
        <a:xfrm>
          <a:off x="0" y="0"/>
          <a:ext cx="0" cy="0"/>
          <a:chOff x="0" y="0"/>
          <a:chExt cx="0" cy="0"/>
        </a:xfrm>
      </p:grpSpPr>
      <p:cxnSp>
        <p:nvCxnSpPr>
          <p:cNvPr id="1380" name="Google Shape;1380;p15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81" name="Google Shape;1381;p15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82" name="Google Shape;1382;p158"/>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83" name="Google Shape;1383;p158"/>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1384" name="Shape 1384"/>
        <p:cNvGrpSpPr/>
        <p:nvPr/>
      </p:nvGrpSpPr>
      <p:grpSpPr>
        <a:xfrm>
          <a:off x="0" y="0"/>
          <a:ext cx="0" cy="0"/>
          <a:chOff x="0" y="0"/>
          <a:chExt cx="0" cy="0"/>
        </a:xfrm>
      </p:grpSpPr>
      <p:cxnSp>
        <p:nvCxnSpPr>
          <p:cNvPr id="1385" name="Google Shape;1385;p15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86" name="Google Shape;1386;p15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87" name="Google Shape;1387;p159"/>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1388" name="Shape 1388"/>
        <p:cNvGrpSpPr/>
        <p:nvPr/>
      </p:nvGrpSpPr>
      <p:grpSpPr>
        <a:xfrm>
          <a:off x="0" y="0"/>
          <a:ext cx="0" cy="0"/>
          <a:chOff x="0" y="0"/>
          <a:chExt cx="0" cy="0"/>
        </a:xfrm>
      </p:grpSpPr>
      <p:cxnSp>
        <p:nvCxnSpPr>
          <p:cNvPr id="1389" name="Google Shape;1389;p16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90" name="Google Shape;1390;p16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91" name="Google Shape;1391;p16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92" name="Google Shape;1392;p16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93" name="Google Shape;1393;p16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94" name="Google Shape;1394;p16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e56a293a698d4f2_42_0)">
  <p:cSld name="Generated (h6e56a293a698d4f2_42_0)">
    <p:spTree>
      <p:nvGrpSpPr>
        <p:cNvPr id="1395" name="Shape 139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theme" Target="../theme/theme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92.xml"/><Relationship Id="rId42" Type="http://schemas.openxmlformats.org/officeDocument/2006/relationships/slideLayout" Target="../slideLayouts/slideLayout94.xml"/><Relationship Id="rId41" Type="http://schemas.openxmlformats.org/officeDocument/2006/relationships/slideLayout" Target="../slideLayouts/slideLayout93.xml"/><Relationship Id="rId44" Type="http://schemas.openxmlformats.org/officeDocument/2006/relationships/slideLayout" Target="../slideLayouts/slideLayout96.xml"/><Relationship Id="rId43" Type="http://schemas.openxmlformats.org/officeDocument/2006/relationships/slideLayout" Target="../slideLayouts/slideLayout95.xml"/><Relationship Id="rId46" Type="http://schemas.openxmlformats.org/officeDocument/2006/relationships/slideLayout" Target="../slideLayouts/slideLayout98.xml"/><Relationship Id="rId45" Type="http://schemas.openxmlformats.org/officeDocument/2006/relationships/slideLayout" Target="../slideLayouts/slideLayout97.xml"/><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9" Type="http://schemas.openxmlformats.org/officeDocument/2006/relationships/slideLayout" Target="../slideLayouts/slideLayout61.xml"/><Relationship Id="rId48" Type="http://schemas.openxmlformats.org/officeDocument/2006/relationships/slideLayout" Target="../slideLayouts/slideLayout100.xml"/><Relationship Id="rId47" Type="http://schemas.openxmlformats.org/officeDocument/2006/relationships/slideLayout" Target="../slideLayouts/slideLayout99.xml"/><Relationship Id="rId49" Type="http://schemas.openxmlformats.org/officeDocument/2006/relationships/slideLayout" Target="../slideLayouts/slideLayout101.xml"/><Relationship Id="rId5" Type="http://schemas.openxmlformats.org/officeDocument/2006/relationships/slideLayout" Target="../slideLayouts/slideLayout57.xml"/><Relationship Id="rId6" Type="http://schemas.openxmlformats.org/officeDocument/2006/relationships/slideLayout" Target="../slideLayouts/slideLayout58.xml"/><Relationship Id="rId7" Type="http://schemas.openxmlformats.org/officeDocument/2006/relationships/slideLayout" Target="../slideLayouts/slideLayout59.xml"/><Relationship Id="rId8" Type="http://schemas.openxmlformats.org/officeDocument/2006/relationships/slideLayout" Target="../slideLayouts/slideLayout60.xml"/><Relationship Id="rId31" Type="http://schemas.openxmlformats.org/officeDocument/2006/relationships/slideLayout" Target="../slideLayouts/slideLayout83.xml"/><Relationship Id="rId30" Type="http://schemas.openxmlformats.org/officeDocument/2006/relationships/slideLayout" Target="../slideLayouts/slideLayout82.xml"/><Relationship Id="rId33" Type="http://schemas.openxmlformats.org/officeDocument/2006/relationships/slideLayout" Target="../slideLayouts/slideLayout85.xml"/><Relationship Id="rId32" Type="http://schemas.openxmlformats.org/officeDocument/2006/relationships/slideLayout" Target="../slideLayouts/slideLayout84.xml"/><Relationship Id="rId35" Type="http://schemas.openxmlformats.org/officeDocument/2006/relationships/slideLayout" Target="../slideLayouts/slideLayout87.xml"/><Relationship Id="rId34" Type="http://schemas.openxmlformats.org/officeDocument/2006/relationships/slideLayout" Target="../slideLayouts/slideLayout86.xml"/><Relationship Id="rId37" Type="http://schemas.openxmlformats.org/officeDocument/2006/relationships/slideLayout" Target="../slideLayouts/slideLayout89.xml"/><Relationship Id="rId36" Type="http://schemas.openxmlformats.org/officeDocument/2006/relationships/slideLayout" Target="../slideLayouts/slideLayout88.xml"/><Relationship Id="rId39" Type="http://schemas.openxmlformats.org/officeDocument/2006/relationships/slideLayout" Target="../slideLayouts/slideLayout91.xml"/><Relationship Id="rId38" Type="http://schemas.openxmlformats.org/officeDocument/2006/relationships/slideLayout" Target="../slideLayouts/slideLayout90.xml"/><Relationship Id="rId20" Type="http://schemas.openxmlformats.org/officeDocument/2006/relationships/slideLayout" Target="../slideLayouts/slideLayout72.xml"/><Relationship Id="rId22" Type="http://schemas.openxmlformats.org/officeDocument/2006/relationships/slideLayout" Target="../slideLayouts/slideLayout74.xml"/><Relationship Id="rId21" Type="http://schemas.openxmlformats.org/officeDocument/2006/relationships/slideLayout" Target="../slideLayouts/slideLayout73.xml"/><Relationship Id="rId24" Type="http://schemas.openxmlformats.org/officeDocument/2006/relationships/slideLayout" Target="../slideLayouts/slideLayout76.xml"/><Relationship Id="rId23" Type="http://schemas.openxmlformats.org/officeDocument/2006/relationships/slideLayout" Target="../slideLayouts/slideLayout75.xml"/><Relationship Id="rId26" Type="http://schemas.openxmlformats.org/officeDocument/2006/relationships/slideLayout" Target="../slideLayouts/slideLayout78.xml"/><Relationship Id="rId25" Type="http://schemas.openxmlformats.org/officeDocument/2006/relationships/slideLayout" Target="../slideLayouts/slideLayout77.xml"/><Relationship Id="rId28" Type="http://schemas.openxmlformats.org/officeDocument/2006/relationships/slideLayout" Target="../slideLayouts/slideLayout80.xml"/><Relationship Id="rId27" Type="http://schemas.openxmlformats.org/officeDocument/2006/relationships/slideLayout" Target="../slideLayouts/slideLayout79.xml"/><Relationship Id="rId29" Type="http://schemas.openxmlformats.org/officeDocument/2006/relationships/slideLayout" Target="../slideLayouts/slideLayout81.xml"/><Relationship Id="rId51" Type="http://schemas.openxmlformats.org/officeDocument/2006/relationships/slideLayout" Target="../slideLayouts/slideLayout103.xml"/><Relationship Id="rId50" Type="http://schemas.openxmlformats.org/officeDocument/2006/relationships/slideLayout" Target="../slideLayouts/slideLayout102.xml"/><Relationship Id="rId53" Type="http://schemas.openxmlformats.org/officeDocument/2006/relationships/slideLayout" Target="../slideLayouts/slideLayout105.xml"/><Relationship Id="rId52" Type="http://schemas.openxmlformats.org/officeDocument/2006/relationships/slideLayout" Target="../slideLayouts/slideLayout104.xml"/><Relationship Id="rId11" Type="http://schemas.openxmlformats.org/officeDocument/2006/relationships/slideLayout" Target="../slideLayouts/slideLayout63.xml"/><Relationship Id="rId10" Type="http://schemas.openxmlformats.org/officeDocument/2006/relationships/slideLayout" Target="../slideLayouts/slideLayout62.xml"/><Relationship Id="rId54" Type="http://schemas.openxmlformats.org/officeDocument/2006/relationships/theme" Target="../theme/theme4.xml"/><Relationship Id="rId13" Type="http://schemas.openxmlformats.org/officeDocument/2006/relationships/slideLayout" Target="../slideLayouts/slideLayout65.xml"/><Relationship Id="rId12" Type="http://schemas.openxmlformats.org/officeDocument/2006/relationships/slideLayout" Target="../slideLayouts/slideLayout64.xml"/><Relationship Id="rId15" Type="http://schemas.openxmlformats.org/officeDocument/2006/relationships/slideLayout" Target="../slideLayouts/slideLayout67.xml"/><Relationship Id="rId14" Type="http://schemas.openxmlformats.org/officeDocument/2006/relationships/slideLayout" Target="../slideLayouts/slideLayout66.xml"/><Relationship Id="rId17" Type="http://schemas.openxmlformats.org/officeDocument/2006/relationships/slideLayout" Target="../slideLayouts/slideLayout69.xml"/><Relationship Id="rId16" Type="http://schemas.openxmlformats.org/officeDocument/2006/relationships/slideLayout" Target="../slideLayouts/slideLayout68.xml"/><Relationship Id="rId19" Type="http://schemas.openxmlformats.org/officeDocument/2006/relationships/slideLayout" Target="../slideLayouts/slideLayout71.xml"/><Relationship Id="rId18" Type="http://schemas.openxmlformats.org/officeDocument/2006/relationships/slideLayout" Target="../slideLayouts/slideLayout70.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45.xml"/><Relationship Id="rId42" Type="http://schemas.openxmlformats.org/officeDocument/2006/relationships/slideLayout" Target="../slideLayouts/slideLayout147.xml"/><Relationship Id="rId41" Type="http://schemas.openxmlformats.org/officeDocument/2006/relationships/slideLayout" Target="../slideLayouts/slideLayout146.xml"/><Relationship Id="rId44" Type="http://schemas.openxmlformats.org/officeDocument/2006/relationships/slideLayout" Target="../slideLayouts/slideLayout149.xml"/><Relationship Id="rId43" Type="http://schemas.openxmlformats.org/officeDocument/2006/relationships/slideLayout" Target="../slideLayouts/slideLayout148.xml"/><Relationship Id="rId46" Type="http://schemas.openxmlformats.org/officeDocument/2006/relationships/slideLayout" Target="../slideLayouts/slideLayout151.xml"/><Relationship Id="rId45" Type="http://schemas.openxmlformats.org/officeDocument/2006/relationships/slideLayout" Target="../slideLayouts/slideLayout150.xml"/><Relationship Id="rId1" Type="http://schemas.openxmlformats.org/officeDocument/2006/relationships/slideLayout" Target="../slideLayouts/slideLayout106.xml"/><Relationship Id="rId2" Type="http://schemas.openxmlformats.org/officeDocument/2006/relationships/slideLayout" Target="../slideLayouts/slideLayout107.xml"/><Relationship Id="rId3" Type="http://schemas.openxmlformats.org/officeDocument/2006/relationships/slideLayout" Target="../slideLayouts/slideLayout108.xml"/><Relationship Id="rId4" Type="http://schemas.openxmlformats.org/officeDocument/2006/relationships/slideLayout" Target="../slideLayouts/slideLayout109.xml"/><Relationship Id="rId9" Type="http://schemas.openxmlformats.org/officeDocument/2006/relationships/slideLayout" Target="../slideLayouts/slideLayout114.xml"/><Relationship Id="rId48" Type="http://schemas.openxmlformats.org/officeDocument/2006/relationships/slideLayout" Target="../slideLayouts/slideLayout153.xml"/><Relationship Id="rId47" Type="http://schemas.openxmlformats.org/officeDocument/2006/relationships/slideLayout" Target="../slideLayouts/slideLayout152.xml"/><Relationship Id="rId49" Type="http://schemas.openxmlformats.org/officeDocument/2006/relationships/slideLayout" Target="../slideLayouts/slideLayout154.xml"/><Relationship Id="rId5" Type="http://schemas.openxmlformats.org/officeDocument/2006/relationships/slideLayout" Target="../slideLayouts/slideLayout110.xml"/><Relationship Id="rId6" Type="http://schemas.openxmlformats.org/officeDocument/2006/relationships/slideLayout" Target="../slideLayouts/slideLayout111.xml"/><Relationship Id="rId7" Type="http://schemas.openxmlformats.org/officeDocument/2006/relationships/slideLayout" Target="../slideLayouts/slideLayout112.xml"/><Relationship Id="rId8" Type="http://schemas.openxmlformats.org/officeDocument/2006/relationships/slideLayout" Target="../slideLayouts/slideLayout113.xml"/><Relationship Id="rId31" Type="http://schemas.openxmlformats.org/officeDocument/2006/relationships/slideLayout" Target="../slideLayouts/slideLayout136.xml"/><Relationship Id="rId30" Type="http://schemas.openxmlformats.org/officeDocument/2006/relationships/slideLayout" Target="../slideLayouts/slideLayout135.xml"/><Relationship Id="rId33" Type="http://schemas.openxmlformats.org/officeDocument/2006/relationships/slideLayout" Target="../slideLayouts/slideLayout138.xml"/><Relationship Id="rId32" Type="http://schemas.openxmlformats.org/officeDocument/2006/relationships/slideLayout" Target="../slideLayouts/slideLayout137.xml"/><Relationship Id="rId35" Type="http://schemas.openxmlformats.org/officeDocument/2006/relationships/slideLayout" Target="../slideLayouts/slideLayout140.xml"/><Relationship Id="rId34" Type="http://schemas.openxmlformats.org/officeDocument/2006/relationships/slideLayout" Target="../slideLayouts/slideLayout139.xml"/><Relationship Id="rId37" Type="http://schemas.openxmlformats.org/officeDocument/2006/relationships/slideLayout" Target="../slideLayouts/slideLayout142.xml"/><Relationship Id="rId36" Type="http://schemas.openxmlformats.org/officeDocument/2006/relationships/slideLayout" Target="../slideLayouts/slideLayout141.xml"/><Relationship Id="rId39" Type="http://schemas.openxmlformats.org/officeDocument/2006/relationships/slideLayout" Target="../slideLayouts/slideLayout144.xml"/><Relationship Id="rId38" Type="http://schemas.openxmlformats.org/officeDocument/2006/relationships/slideLayout" Target="../slideLayouts/slideLayout143.xml"/><Relationship Id="rId20" Type="http://schemas.openxmlformats.org/officeDocument/2006/relationships/slideLayout" Target="../slideLayouts/slideLayout125.xml"/><Relationship Id="rId22" Type="http://schemas.openxmlformats.org/officeDocument/2006/relationships/slideLayout" Target="../slideLayouts/slideLayout127.xml"/><Relationship Id="rId21" Type="http://schemas.openxmlformats.org/officeDocument/2006/relationships/slideLayout" Target="../slideLayouts/slideLayout126.xml"/><Relationship Id="rId24" Type="http://schemas.openxmlformats.org/officeDocument/2006/relationships/slideLayout" Target="../slideLayouts/slideLayout129.xml"/><Relationship Id="rId23" Type="http://schemas.openxmlformats.org/officeDocument/2006/relationships/slideLayout" Target="../slideLayouts/slideLayout128.xml"/><Relationship Id="rId26" Type="http://schemas.openxmlformats.org/officeDocument/2006/relationships/slideLayout" Target="../slideLayouts/slideLayout131.xml"/><Relationship Id="rId25" Type="http://schemas.openxmlformats.org/officeDocument/2006/relationships/slideLayout" Target="../slideLayouts/slideLayout130.xml"/><Relationship Id="rId28" Type="http://schemas.openxmlformats.org/officeDocument/2006/relationships/slideLayout" Target="../slideLayouts/slideLayout133.xml"/><Relationship Id="rId27" Type="http://schemas.openxmlformats.org/officeDocument/2006/relationships/slideLayout" Target="../slideLayouts/slideLayout132.xml"/><Relationship Id="rId29" Type="http://schemas.openxmlformats.org/officeDocument/2006/relationships/slideLayout" Target="../slideLayouts/slideLayout134.xml"/><Relationship Id="rId51" Type="http://schemas.openxmlformats.org/officeDocument/2006/relationships/slideLayout" Target="../slideLayouts/slideLayout156.xml"/><Relationship Id="rId50" Type="http://schemas.openxmlformats.org/officeDocument/2006/relationships/slideLayout" Target="../slideLayouts/slideLayout155.xml"/><Relationship Id="rId53" Type="http://schemas.openxmlformats.org/officeDocument/2006/relationships/slideLayout" Target="../slideLayouts/slideLayout158.xml"/><Relationship Id="rId52" Type="http://schemas.openxmlformats.org/officeDocument/2006/relationships/slideLayout" Target="../slideLayouts/slideLayout157.xml"/><Relationship Id="rId11" Type="http://schemas.openxmlformats.org/officeDocument/2006/relationships/slideLayout" Target="../slideLayouts/slideLayout116.xml"/><Relationship Id="rId10" Type="http://schemas.openxmlformats.org/officeDocument/2006/relationships/slideLayout" Target="../slideLayouts/slideLayout115.xml"/><Relationship Id="rId54" Type="http://schemas.openxmlformats.org/officeDocument/2006/relationships/theme" Target="../theme/theme2.xml"/><Relationship Id="rId13" Type="http://schemas.openxmlformats.org/officeDocument/2006/relationships/slideLayout" Target="../slideLayouts/slideLayout118.xml"/><Relationship Id="rId12" Type="http://schemas.openxmlformats.org/officeDocument/2006/relationships/slideLayout" Target="../slideLayouts/slideLayout117.xml"/><Relationship Id="rId15" Type="http://schemas.openxmlformats.org/officeDocument/2006/relationships/slideLayout" Target="../slideLayouts/slideLayout120.xml"/><Relationship Id="rId14" Type="http://schemas.openxmlformats.org/officeDocument/2006/relationships/slideLayout" Target="../slideLayouts/slideLayout119.xml"/><Relationship Id="rId17" Type="http://schemas.openxmlformats.org/officeDocument/2006/relationships/slideLayout" Target="../slideLayouts/slideLayout122.xml"/><Relationship Id="rId16" Type="http://schemas.openxmlformats.org/officeDocument/2006/relationships/slideLayout" Target="../slideLayouts/slideLayout121.xml"/><Relationship Id="rId19" Type="http://schemas.openxmlformats.org/officeDocument/2006/relationships/slideLayout" Target="../slideLayouts/slideLayout124.xml"/><Relationship Id="rId18"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68" name="Shape 468"/>
        <p:cNvGrpSpPr/>
        <p:nvPr/>
      </p:nvGrpSpPr>
      <p:grpSpPr>
        <a:xfrm>
          <a:off x="0" y="0"/>
          <a:ext cx="0" cy="0"/>
          <a:chOff x="0" y="0"/>
          <a:chExt cx="0" cy="0"/>
        </a:xfrm>
      </p:grpSpPr>
      <p:sp>
        <p:nvSpPr>
          <p:cNvPr id="469" name="Google Shape;469;p5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470" name="Google Shape;470;p54"/>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 id="2147483741" r:id="rId42"/>
    <p:sldLayoutId id="2147483742" r:id="rId43"/>
    <p:sldLayoutId id="2147483743" r:id="rId44"/>
    <p:sldLayoutId id="2147483744" r:id="rId45"/>
    <p:sldLayoutId id="2147483745" r:id="rId46"/>
    <p:sldLayoutId id="2147483746" r:id="rId47"/>
    <p:sldLayoutId id="2147483747" r:id="rId48"/>
    <p:sldLayoutId id="2147483748" r:id="rId49"/>
    <p:sldLayoutId id="2147483749" r:id="rId50"/>
    <p:sldLayoutId id="2147483750" r:id="rId51"/>
    <p:sldLayoutId id="2147483751" r:id="rId52"/>
    <p:sldLayoutId id="2147483752"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32" name="Shape 932"/>
        <p:cNvGrpSpPr/>
        <p:nvPr/>
      </p:nvGrpSpPr>
      <p:grpSpPr>
        <a:xfrm>
          <a:off x="0" y="0"/>
          <a:ext cx="0" cy="0"/>
          <a:chOff x="0" y="0"/>
          <a:chExt cx="0" cy="0"/>
        </a:xfrm>
      </p:grpSpPr>
      <p:sp>
        <p:nvSpPr>
          <p:cNvPr id="933" name="Google Shape;933;p10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934" name="Google Shape;934;p108"/>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788" r:id="rId36"/>
    <p:sldLayoutId id="2147483789" r:id="rId37"/>
    <p:sldLayoutId id="2147483790" r:id="rId38"/>
    <p:sldLayoutId id="2147483791" r:id="rId39"/>
    <p:sldLayoutId id="2147483792" r:id="rId40"/>
    <p:sldLayoutId id="2147483793" r:id="rId41"/>
    <p:sldLayoutId id="2147483794" r:id="rId42"/>
    <p:sldLayoutId id="2147483795" r:id="rId43"/>
    <p:sldLayoutId id="2147483796" r:id="rId44"/>
    <p:sldLayoutId id="2147483797" r:id="rId45"/>
    <p:sldLayoutId id="2147483798" r:id="rId46"/>
    <p:sldLayoutId id="2147483799" r:id="rId47"/>
    <p:sldLayoutId id="2147483800" r:id="rId48"/>
    <p:sldLayoutId id="2147483801" r:id="rId49"/>
    <p:sldLayoutId id="2147483802" r:id="rId50"/>
    <p:sldLayoutId id="2147483803" r:id="rId51"/>
    <p:sldLayoutId id="2147483804" r:id="rId52"/>
    <p:sldLayoutId id="2147483805"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1.jpg"/><Relationship Id="rId5"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8.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drive.google.com/file/d/1U86vK3d13FBFBGm0kLW-Yx9tfWROM6RJ/view"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162"/>
          <p:cNvSpPr txBox="1"/>
          <p:nvPr>
            <p:ph type="ctrTitle"/>
          </p:nvPr>
        </p:nvSpPr>
        <p:spPr>
          <a:xfrm>
            <a:off x="1039975" y="1248300"/>
            <a:ext cx="70641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Automatic Umbrella System</a:t>
            </a:r>
            <a:endParaRPr/>
          </a:p>
        </p:txBody>
      </p:sp>
      <p:sp>
        <p:nvSpPr>
          <p:cNvPr id="1401" name="Google Shape;1401;p162"/>
          <p:cNvSpPr txBox="1"/>
          <p:nvPr>
            <p:ph idx="1" type="subTitle"/>
          </p:nvPr>
        </p:nvSpPr>
        <p:spPr>
          <a:xfrm>
            <a:off x="1040000" y="3300900"/>
            <a:ext cx="7064100" cy="44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Micah Oliveri-Schneider, Samuel Underwood, Brandon Nguyen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16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1407" name="Google Shape;1407;p163"/>
          <p:cNvSpPr txBox="1"/>
          <p:nvPr>
            <p:ph idx="3" type="subTitle"/>
          </p:nvPr>
        </p:nvSpPr>
        <p:spPr>
          <a:xfrm>
            <a:off x="1827538" y="1143791"/>
            <a:ext cx="2256000" cy="363900"/>
          </a:xfrm>
          <a:prstGeom prst="rect">
            <a:avLst/>
          </a:prstGeom>
        </p:spPr>
        <p:txBody>
          <a:bodyPr anchorCtr="0" anchor="t" bIns="82975" lIns="82975" spcFirstLastPara="1" rIns="82975" wrap="square" tIns="82975">
            <a:noAutofit/>
          </a:bodyPr>
          <a:lstStyle/>
          <a:p>
            <a:pPr indent="0" lvl="0" marL="0" rtl="0" algn="l">
              <a:spcBef>
                <a:spcPts val="0"/>
              </a:spcBef>
              <a:spcAft>
                <a:spcPts val="0"/>
              </a:spcAft>
              <a:buNone/>
            </a:pPr>
            <a:r>
              <a:rPr lang="en" sz="2178"/>
              <a:t>Introduction</a:t>
            </a:r>
            <a:endParaRPr sz="2178"/>
          </a:p>
        </p:txBody>
      </p:sp>
      <p:sp>
        <p:nvSpPr>
          <p:cNvPr id="1408" name="Google Shape;1408;p163"/>
          <p:cNvSpPr txBox="1"/>
          <p:nvPr>
            <p:ph idx="1" type="subTitle"/>
          </p:nvPr>
        </p:nvSpPr>
        <p:spPr>
          <a:xfrm>
            <a:off x="5416802" y="1112400"/>
            <a:ext cx="3504300" cy="363900"/>
          </a:xfrm>
          <a:prstGeom prst="rect">
            <a:avLst/>
          </a:prstGeom>
        </p:spPr>
        <p:txBody>
          <a:bodyPr anchorCtr="0" anchor="t" bIns="82975" lIns="82975" spcFirstLastPara="1" rIns="82975" wrap="square" tIns="82975">
            <a:noAutofit/>
          </a:bodyPr>
          <a:lstStyle/>
          <a:p>
            <a:pPr indent="0" lvl="0" marL="0" rtl="0" algn="l">
              <a:spcBef>
                <a:spcPts val="0"/>
              </a:spcBef>
              <a:spcAft>
                <a:spcPts val="0"/>
              </a:spcAft>
              <a:buNone/>
            </a:pPr>
            <a:r>
              <a:rPr lang="en" sz="2178"/>
              <a:t>Implementation overview</a:t>
            </a:r>
            <a:endParaRPr sz="2178"/>
          </a:p>
        </p:txBody>
      </p:sp>
      <p:sp>
        <p:nvSpPr>
          <p:cNvPr id="1409" name="Google Shape;1409;p163"/>
          <p:cNvSpPr txBox="1"/>
          <p:nvPr>
            <p:ph idx="2" type="subTitle"/>
          </p:nvPr>
        </p:nvSpPr>
        <p:spPr>
          <a:xfrm>
            <a:off x="5416800" y="1507700"/>
            <a:ext cx="3063600" cy="561300"/>
          </a:xfrm>
          <a:prstGeom prst="rect">
            <a:avLst/>
          </a:prstGeom>
        </p:spPr>
        <p:txBody>
          <a:bodyPr anchorCtr="0" anchor="t" bIns="82975" lIns="82975" spcFirstLastPara="1" rIns="82975" wrap="square" tIns="82975">
            <a:noAutofit/>
          </a:bodyPr>
          <a:lstStyle/>
          <a:p>
            <a:pPr indent="0" lvl="0" marL="0" rtl="0" algn="l">
              <a:spcBef>
                <a:spcPts val="0"/>
              </a:spcBef>
              <a:spcAft>
                <a:spcPts val="0"/>
              </a:spcAft>
              <a:buNone/>
            </a:pPr>
            <a:r>
              <a:rPr lang="en" sz="1270"/>
              <a:t>What we did, our progress, fixing </a:t>
            </a:r>
            <a:r>
              <a:rPr lang="en" sz="1270"/>
              <a:t>errors</a:t>
            </a:r>
            <a:endParaRPr sz="1270"/>
          </a:p>
        </p:txBody>
      </p:sp>
      <p:sp>
        <p:nvSpPr>
          <p:cNvPr id="1410" name="Google Shape;1410;p163"/>
          <p:cNvSpPr txBox="1"/>
          <p:nvPr>
            <p:ph idx="4" type="subTitle"/>
          </p:nvPr>
        </p:nvSpPr>
        <p:spPr>
          <a:xfrm>
            <a:off x="1827538" y="1507697"/>
            <a:ext cx="2256000" cy="561300"/>
          </a:xfrm>
          <a:prstGeom prst="rect">
            <a:avLst/>
          </a:prstGeom>
        </p:spPr>
        <p:txBody>
          <a:bodyPr anchorCtr="0" anchor="t" bIns="82975" lIns="82975" spcFirstLastPara="1" rIns="82975" wrap="square" tIns="82975">
            <a:noAutofit/>
          </a:bodyPr>
          <a:lstStyle/>
          <a:p>
            <a:pPr indent="0" lvl="0" marL="0" rtl="0" algn="l">
              <a:spcBef>
                <a:spcPts val="0"/>
              </a:spcBef>
              <a:spcAft>
                <a:spcPts val="0"/>
              </a:spcAft>
              <a:buNone/>
            </a:pPr>
            <a:r>
              <a:rPr lang="en" sz="1270"/>
              <a:t>Purpose and </a:t>
            </a:r>
            <a:r>
              <a:rPr lang="en" sz="1270"/>
              <a:t>humanity</a:t>
            </a:r>
            <a:r>
              <a:rPr lang="en" sz="1270"/>
              <a:t> </a:t>
            </a:r>
            <a:r>
              <a:rPr lang="en" sz="1270"/>
              <a:t>efforts</a:t>
            </a:r>
            <a:endParaRPr sz="1270"/>
          </a:p>
        </p:txBody>
      </p:sp>
      <p:sp>
        <p:nvSpPr>
          <p:cNvPr id="1411" name="Google Shape;1411;p163"/>
          <p:cNvSpPr txBox="1"/>
          <p:nvPr>
            <p:ph idx="5" type="subTitle"/>
          </p:nvPr>
        </p:nvSpPr>
        <p:spPr>
          <a:xfrm>
            <a:off x="5416744" y="2382999"/>
            <a:ext cx="2256000" cy="418800"/>
          </a:xfrm>
          <a:prstGeom prst="rect">
            <a:avLst/>
          </a:prstGeom>
        </p:spPr>
        <p:txBody>
          <a:bodyPr anchorCtr="0" anchor="t" bIns="82975" lIns="82975" spcFirstLastPara="1" rIns="82975" wrap="square" tIns="82975">
            <a:noAutofit/>
          </a:bodyPr>
          <a:lstStyle/>
          <a:p>
            <a:pPr indent="0" lvl="0" marL="0" rtl="0" algn="l">
              <a:spcBef>
                <a:spcPts val="0"/>
              </a:spcBef>
              <a:spcAft>
                <a:spcPts val="0"/>
              </a:spcAft>
              <a:buNone/>
            </a:pPr>
            <a:r>
              <a:rPr lang="en" sz="2178"/>
              <a:t>Results</a:t>
            </a:r>
            <a:endParaRPr sz="2178"/>
          </a:p>
        </p:txBody>
      </p:sp>
      <p:sp>
        <p:nvSpPr>
          <p:cNvPr id="1412" name="Google Shape;1412;p163"/>
          <p:cNvSpPr txBox="1"/>
          <p:nvPr>
            <p:ph idx="6" type="subTitle"/>
          </p:nvPr>
        </p:nvSpPr>
        <p:spPr>
          <a:xfrm>
            <a:off x="5416744" y="2740862"/>
            <a:ext cx="2256000" cy="561300"/>
          </a:xfrm>
          <a:prstGeom prst="rect">
            <a:avLst/>
          </a:prstGeom>
        </p:spPr>
        <p:txBody>
          <a:bodyPr anchorCtr="0" anchor="t" bIns="82975" lIns="82975" spcFirstLastPara="1" rIns="82975" wrap="square" tIns="82975">
            <a:noAutofit/>
          </a:bodyPr>
          <a:lstStyle/>
          <a:p>
            <a:pPr indent="0" lvl="0" marL="0" rtl="0" algn="l">
              <a:spcBef>
                <a:spcPts val="0"/>
              </a:spcBef>
              <a:spcAft>
                <a:spcPts val="0"/>
              </a:spcAft>
              <a:buNone/>
            </a:pPr>
            <a:r>
              <a:rPr lang="en" sz="1270"/>
              <a:t>How our </a:t>
            </a:r>
            <a:r>
              <a:rPr lang="en" sz="1270"/>
              <a:t>prototype</a:t>
            </a:r>
            <a:r>
              <a:rPr lang="en" sz="1270"/>
              <a:t> functions</a:t>
            </a:r>
            <a:endParaRPr sz="1270"/>
          </a:p>
        </p:txBody>
      </p:sp>
      <p:sp>
        <p:nvSpPr>
          <p:cNvPr id="1413" name="Google Shape;1413;p163"/>
          <p:cNvSpPr txBox="1"/>
          <p:nvPr>
            <p:ph idx="7" type="subTitle"/>
          </p:nvPr>
        </p:nvSpPr>
        <p:spPr>
          <a:xfrm>
            <a:off x="1827488" y="2382999"/>
            <a:ext cx="2256000" cy="418800"/>
          </a:xfrm>
          <a:prstGeom prst="rect">
            <a:avLst/>
          </a:prstGeom>
        </p:spPr>
        <p:txBody>
          <a:bodyPr anchorCtr="0" anchor="t" bIns="82975" lIns="82975" spcFirstLastPara="1" rIns="82975" wrap="square" tIns="82975">
            <a:noAutofit/>
          </a:bodyPr>
          <a:lstStyle/>
          <a:p>
            <a:pPr indent="0" lvl="0" marL="0" rtl="0" algn="l">
              <a:spcBef>
                <a:spcPts val="0"/>
              </a:spcBef>
              <a:spcAft>
                <a:spcPts val="0"/>
              </a:spcAft>
              <a:buNone/>
            </a:pPr>
            <a:r>
              <a:rPr lang="en" sz="2178"/>
              <a:t>AI Usage</a:t>
            </a:r>
            <a:endParaRPr sz="2178"/>
          </a:p>
        </p:txBody>
      </p:sp>
      <p:sp>
        <p:nvSpPr>
          <p:cNvPr id="1414" name="Google Shape;1414;p163"/>
          <p:cNvSpPr txBox="1"/>
          <p:nvPr>
            <p:ph idx="8" type="subTitle"/>
          </p:nvPr>
        </p:nvSpPr>
        <p:spPr>
          <a:xfrm>
            <a:off x="1827534" y="2740862"/>
            <a:ext cx="2256000" cy="561300"/>
          </a:xfrm>
          <a:prstGeom prst="rect">
            <a:avLst/>
          </a:prstGeom>
        </p:spPr>
        <p:txBody>
          <a:bodyPr anchorCtr="0" anchor="t" bIns="82975" lIns="82975" spcFirstLastPara="1" rIns="82975" wrap="square" tIns="82975">
            <a:noAutofit/>
          </a:bodyPr>
          <a:lstStyle/>
          <a:p>
            <a:pPr indent="0" lvl="0" marL="0" rtl="0" algn="l">
              <a:spcBef>
                <a:spcPts val="0"/>
              </a:spcBef>
              <a:spcAft>
                <a:spcPts val="0"/>
              </a:spcAft>
              <a:buNone/>
            </a:pPr>
            <a:r>
              <a:rPr lang="en" sz="1270"/>
              <a:t>How we used AI during this project</a:t>
            </a:r>
            <a:endParaRPr sz="1270"/>
          </a:p>
        </p:txBody>
      </p:sp>
      <p:sp>
        <p:nvSpPr>
          <p:cNvPr id="1415" name="Google Shape;1415;p163"/>
          <p:cNvSpPr txBox="1"/>
          <p:nvPr>
            <p:ph idx="9" type="title"/>
          </p:nvPr>
        </p:nvSpPr>
        <p:spPr>
          <a:xfrm>
            <a:off x="824509" y="1155157"/>
            <a:ext cx="942900" cy="605700"/>
          </a:xfrm>
          <a:prstGeom prst="rect">
            <a:avLst/>
          </a:prstGeom>
        </p:spPr>
        <p:txBody>
          <a:bodyPr anchorCtr="0" anchor="t" bIns="82975" lIns="82975" spcFirstLastPara="1" rIns="82975" wrap="square" tIns="82975">
            <a:noAutofit/>
          </a:bodyPr>
          <a:lstStyle/>
          <a:p>
            <a:pPr indent="0" lvl="0" marL="0" rtl="0" algn="ctr">
              <a:spcBef>
                <a:spcPts val="0"/>
              </a:spcBef>
              <a:spcAft>
                <a:spcPts val="0"/>
              </a:spcAft>
              <a:buNone/>
            </a:pPr>
            <a:r>
              <a:rPr lang="en" sz="3448"/>
              <a:t>01</a:t>
            </a:r>
            <a:endParaRPr sz="3448"/>
          </a:p>
        </p:txBody>
      </p:sp>
      <p:sp>
        <p:nvSpPr>
          <p:cNvPr id="1416" name="Google Shape;1416;p163"/>
          <p:cNvSpPr txBox="1"/>
          <p:nvPr>
            <p:ph idx="13" type="title"/>
          </p:nvPr>
        </p:nvSpPr>
        <p:spPr>
          <a:xfrm>
            <a:off x="4413764" y="1142508"/>
            <a:ext cx="942900" cy="605700"/>
          </a:xfrm>
          <a:prstGeom prst="rect">
            <a:avLst/>
          </a:prstGeom>
        </p:spPr>
        <p:txBody>
          <a:bodyPr anchorCtr="0" anchor="t" bIns="82975" lIns="82975" spcFirstLastPara="1" rIns="82975" wrap="square" tIns="82975">
            <a:noAutofit/>
          </a:bodyPr>
          <a:lstStyle/>
          <a:p>
            <a:pPr indent="0" lvl="0" marL="0" rtl="0" algn="ctr">
              <a:spcBef>
                <a:spcPts val="0"/>
              </a:spcBef>
              <a:spcAft>
                <a:spcPts val="0"/>
              </a:spcAft>
              <a:buNone/>
            </a:pPr>
            <a:r>
              <a:rPr lang="en" sz="3448"/>
              <a:t>02</a:t>
            </a:r>
            <a:endParaRPr sz="3448"/>
          </a:p>
        </p:txBody>
      </p:sp>
      <p:sp>
        <p:nvSpPr>
          <p:cNvPr id="1417" name="Google Shape;1417;p163"/>
          <p:cNvSpPr txBox="1"/>
          <p:nvPr>
            <p:ph idx="14" type="title"/>
          </p:nvPr>
        </p:nvSpPr>
        <p:spPr>
          <a:xfrm>
            <a:off x="824504" y="2388130"/>
            <a:ext cx="942900" cy="605700"/>
          </a:xfrm>
          <a:prstGeom prst="rect">
            <a:avLst/>
          </a:prstGeom>
        </p:spPr>
        <p:txBody>
          <a:bodyPr anchorCtr="0" anchor="t" bIns="82975" lIns="82975" spcFirstLastPara="1" rIns="82975" wrap="square" tIns="82975">
            <a:noAutofit/>
          </a:bodyPr>
          <a:lstStyle/>
          <a:p>
            <a:pPr indent="0" lvl="0" marL="0" rtl="0" algn="ctr">
              <a:spcBef>
                <a:spcPts val="0"/>
              </a:spcBef>
              <a:spcAft>
                <a:spcPts val="0"/>
              </a:spcAft>
              <a:buNone/>
            </a:pPr>
            <a:r>
              <a:rPr lang="en" sz="3448"/>
              <a:t>03</a:t>
            </a:r>
            <a:endParaRPr sz="3448"/>
          </a:p>
        </p:txBody>
      </p:sp>
      <p:sp>
        <p:nvSpPr>
          <p:cNvPr id="1418" name="Google Shape;1418;p163"/>
          <p:cNvSpPr txBox="1"/>
          <p:nvPr>
            <p:ph idx="15" type="title"/>
          </p:nvPr>
        </p:nvSpPr>
        <p:spPr>
          <a:xfrm>
            <a:off x="4413714" y="2375481"/>
            <a:ext cx="942900" cy="605700"/>
          </a:xfrm>
          <a:prstGeom prst="rect">
            <a:avLst/>
          </a:prstGeom>
        </p:spPr>
        <p:txBody>
          <a:bodyPr anchorCtr="0" anchor="t" bIns="82975" lIns="82975" spcFirstLastPara="1" rIns="82975" wrap="square" tIns="82975">
            <a:noAutofit/>
          </a:bodyPr>
          <a:lstStyle/>
          <a:p>
            <a:pPr indent="0" lvl="0" marL="0" rtl="0" algn="ctr">
              <a:spcBef>
                <a:spcPts val="0"/>
              </a:spcBef>
              <a:spcAft>
                <a:spcPts val="0"/>
              </a:spcAft>
              <a:buNone/>
            </a:pPr>
            <a:r>
              <a:rPr lang="en" sz="3448"/>
              <a:t>04</a:t>
            </a:r>
            <a:endParaRPr sz="3448"/>
          </a:p>
        </p:txBody>
      </p:sp>
      <p:sp>
        <p:nvSpPr>
          <p:cNvPr id="1419" name="Google Shape;1419;p163"/>
          <p:cNvSpPr txBox="1"/>
          <p:nvPr>
            <p:ph idx="7" type="subTitle"/>
          </p:nvPr>
        </p:nvSpPr>
        <p:spPr>
          <a:xfrm>
            <a:off x="3838458" y="3720819"/>
            <a:ext cx="2256000" cy="418800"/>
          </a:xfrm>
          <a:prstGeom prst="rect">
            <a:avLst/>
          </a:prstGeom>
        </p:spPr>
        <p:txBody>
          <a:bodyPr anchorCtr="0" anchor="t" bIns="82975" lIns="82975" spcFirstLastPara="1" rIns="82975" wrap="square" tIns="82975">
            <a:noAutofit/>
          </a:bodyPr>
          <a:lstStyle/>
          <a:p>
            <a:pPr indent="0" lvl="0" marL="0" rtl="0" algn="l">
              <a:spcBef>
                <a:spcPts val="0"/>
              </a:spcBef>
              <a:spcAft>
                <a:spcPts val="0"/>
              </a:spcAft>
              <a:buNone/>
            </a:pPr>
            <a:r>
              <a:rPr lang="en" sz="2178"/>
              <a:t>Conclusion</a:t>
            </a:r>
            <a:endParaRPr sz="2178"/>
          </a:p>
        </p:txBody>
      </p:sp>
      <p:sp>
        <p:nvSpPr>
          <p:cNvPr id="1420" name="Google Shape;1420;p163"/>
          <p:cNvSpPr txBox="1"/>
          <p:nvPr>
            <p:ph idx="14" type="title"/>
          </p:nvPr>
        </p:nvSpPr>
        <p:spPr>
          <a:xfrm>
            <a:off x="2835474" y="3613571"/>
            <a:ext cx="942900" cy="605700"/>
          </a:xfrm>
          <a:prstGeom prst="rect">
            <a:avLst/>
          </a:prstGeom>
        </p:spPr>
        <p:txBody>
          <a:bodyPr anchorCtr="0" anchor="t" bIns="82975" lIns="82975" spcFirstLastPara="1" rIns="82975" wrap="square" tIns="82975">
            <a:noAutofit/>
          </a:bodyPr>
          <a:lstStyle/>
          <a:p>
            <a:pPr indent="0" lvl="0" marL="0" rtl="0" algn="ctr">
              <a:spcBef>
                <a:spcPts val="0"/>
              </a:spcBef>
              <a:spcAft>
                <a:spcPts val="0"/>
              </a:spcAft>
              <a:buNone/>
            </a:pPr>
            <a:r>
              <a:rPr lang="en" sz="3448"/>
              <a:t>05</a:t>
            </a:r>
            <a:endParaRPr sz="3448"/>
          </a:p>
        </p:txBody>
      </p:sp>
      <p:sp>
        <p:nvSpPr>
          <p:cNvPr id="1421" name="Google Shape;1421;p163"/>
          <p:cNvSpPr txBox="1"/>
          <p:nvPr>
            <p:ph idx="6" type="subTitle"/>
          </p:nvPr>
        </p:nvSpPr>
        <p:spPr>
          <a:xfrm>
            <a:off x="3873024" y="4139637"/>
            <a:ext cx="2256000" cy="561300"/>
          </a:xfrm>
          <a:prstGeom prst="rect">
            <a:avLst/>
          </a:prstGeom>
        </p:spPr>
        <p:txBody>
          <a:bodyPr anchorCtr="0" anchor="t" bIns="82975" lIns="82975" spcFirstLastPara="1" rIns="82975" wrap="square" tIns="82975">
            <a:noAutofit/>
          </a:bodyPr>
          <a:lstStyle/>
          <a:p>
            <a:pPr indent="0" lvl="0" marL="0" rtl="0" algn="l">
              <a:spcBef>
                <a:spcPts val="0"/>
              </a:spcBef>
              <a:spcAft>
                <a:spcPts val="0"/>
              </a:spcAft>
              <a:buNone/>
            </a:pPr>
            <a:r>
              <a:rPr lang="en" sz="1270"/>
              <a:t>Overview and Reflection</a:t>
            </a:r>
            <a:endParaRPr sz="127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16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Introduction</a:t>
            </a:r>
            <a:endParaRPr sz="3200"/>
          </a:p>
        </p:txBody>
      </p:sp>
      <p:sp>
        <p:nvSpPr>
          <p:cNvPr id="1427" name="Google Shape;1427;p164"/>
          <p:cNvSpPr txBox="1"/>
          <p:nvPr>
            <p:ph idx="1" type="body"/>
          </p:nvPr>
        </p:nvSpPr>
        <p:spPr>
          <a:xfrm>
            <a:off x="547500" y="1150725"/>
            <a:ext cx="4560000" cy="3295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dk1"/>
                </a:solidFill>
                <a:latin typeface="Vidaloka"/>
                <a:ea typeface="Vidaloka"/>
                <a:cs typeface="Vidaloka"/>
                <a:sym typeface="Vidaloka"/>
              </a:rPr>
              <a:t>Purpose</a:t>
            </a:r>
            <a:endParaRPr sz="2000">
              <a:solidFill>
                <a:schemeClr val="dk1"/>
              </a:solidFill>
              <a:latin typeface="Vidaloka"/>
              <a:ea typeface="Vidaloka"/>
              <a:cs typeface="Vidaloka"/>
              <a:sym typeface="Vidaloka"/>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Automatic umbrella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Rain intensity indicator</a:t>
            </a:r>
            <a:endParaRPr sz="1200">
              <a:solidFill>
                <a:schemeClr val="dk1"/>
              </a:solidFill>
            </a:endParaRPr>
          </a:p>
          <a:p>
            <a:pPr indent="0" lvl="0" marL="0" rtl="0" algn="l">
              <a:lnSpc>
                <a:spcPct val="115000"/>
              </a:lnSpc>
              <a:spcBef>
                <a:spcPts val="1200"/>
              </a:spcBef>
              <a:spcAft>
                <a:spcPts val="0"/>
              </a:spcAft>
              <a:buNone/>
            </a:pPr>
            <a:r>
              <a:rPr lang="en" sz="2000">
                <a:solidFill>
                  <a:schemeClr val="dk1"/>
                </a:solidFill>
                <a:latin typeface="Vidaloka"/>
                <a:ea typeface="Vidaloka"/>
                <a:cs typeface="Vidaloka"/>
                <a:sym typeface="Vidaloka"/>
              </a:rPr>
              <a:t>Humanity Efforts</a:t>
            </a:r>
            <a:endParaRPr sz="2000">
              <a:solidFill>
                <a:schemeClr val="dk1"/>
              </a:solidFill>
              <a:latin typeface="Vidaloka"/>
              <a:ea typeface="Vidaloka"/>
              <a:cs typeface="Vidaloka"/>
              <a:sym typeface="Vidaloka"/>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Helps individuals</a:t>
            </a:r>
            <a:r>
              <a:rPr lang="en" sz="1200">
                <a:solidFill>
                  <a:schemeClr val="dk1"/>
                </a:solidFill>
              </a:rPr>
              <a:t> who </a:t>
            </a:r>
            <a:r>
              <a:rPr lang="en" sz="1200">
                <a:solidFill>
                  <a:schemeClr val="dk1"/>
                </a:solidFill>
              </a:rPr>
              <a:t>can't</a:t>
            </a:r>
            <a:r>
              <a:rPr lang="en" sz="1200">
                <a:solidFill>
                  <a:schemeClr val="dk1"/>
                </a:solidFill>
              </a:rPr>
              <a:t> open their umbrella on their own.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P</a:t>
            </a:r>
            <a:r>
              <a:rPr lang="en" sz="1200">
                <a:solidFill>
                  <a:schemeClr val="dk1"/>
                </a:solidFill>
              </a:rPr>
              <a:t>rotects individuals from being soaked in rain.</a:t>
            </a:r>
            <a:endParaRPr sz="1200">
              <a:solidFill>
                <a:schemeClr val="dk1"/>
              </a:solidFill>
            </a:endParaRPr>
          </a:p>
          <a:p>
            <a:pPr indent="0" lvl="0" marL="0" rtl="0" algn="l">
              <a:spcBef>
                <a:spcPts val="1200"/>
              </a:spcBef>
              <a:spcAft>
                <a:spcPts val="0"/>
              </a:spcAft>
              <a:buNone/>
            </a:pPr>
            <a:r>
              <a:t/>
            </a:r>
            <a:endParaRPr sz="1200">
              <a:solidFill>
                <a:schemeClr val="dk1"/>
              </a:solidFill>
            </a:endParaRPr>
          </a:p>
          <a:p>
            <a:pPr indent="0" lvl="0" marL="0" rtl="0" algn="l">
              <a:spcBef>
                <a:spcPts val="1200"/>
              </a:spcBef>
              <a:spcAft>
                <a:spcPts val="0"/>
              </a:spcAft>
              <a:buNone/>
            </a:pPr>
            <a:r>
              <a:t/>
            </a:r>
            <a:endParaRPr sz="1200">
              <a:solidFill>
                <a:schemeClr val="dk1"/>
              </a:solidFill>
            </a:endParaRPr>
          </a:p>
          <a:p>
            <a:pPr indent="0" lvl="0" marL="0" rtl="0" algn="l">
              <a:spcBef>
                <a:spcPts val="1200"/>
              </a:spcBef>
              <a:spcAft>
                <a:spcPts val="1200"/>
              </a:spcAft>
              <a:buNone/>
            </a:pPr>
            <a:r>
              <a:t/>
            </a:r>
            <a:endParaRPr sz="1200">
              <a:solidFill>
                <a:schemeClr val="dk1"/>
              </a:solidFill>
            </a:endParaRPr>
          </a:p>
        </p:txBody>
      </p:sp>
      <p:pic>
        <p:nvPicPr>
          <p:cNvPr id="1428" name="Google Shape;1428;p164"/>
          <p:cNvPicPr preferRelativeResize="0"/>
          <p:nvPr/>
        </p:nvPicPr>
        <p:blipFill>
          <a:blip r:embed="rId3">
            <a:alphaModFix/>
          </a:blip>
          <a:stretch>
            <a:fillRect/>
          </a:stretch>
        </p:blipFill>
        <p:spPr>
          <a:xfrm>
            <a:off x="5765918" y="1275691"/>
            <a:ext cx="2876800" cy="2876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65"/>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Inputs and outputs</a:t>
            </a:r>
            <a:endParaRPr/>
          </a:p>
        </p:txBody>
      </p:sp>
      <p:sp>
        <p:nvSpPr>
          <p:cNvPr id="1434" name="Google Shape;1434;p165"/>
          <p:cNvSpPr txBox="1"/>
          <p:nvPr>
            <p:ph idx="1" type="body"/>
          </p:nvPr>
        </p:nvSpPr>
        <p:spPr>
          <a:xfrm>
            <a:off x="713250" y="1272925"/>
            <a:ext cx="1920000" cy="329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Inputs:</a:t>
            </a:r>
            <a:endParaRPr sz="1400"/>
          </a:p>
          <a:p>
            <a:pPr indent="0" lvl="0" marL="0" rtl="0" algn="l">
              <a:spcBef>
                <a:spcPts val="1200"/>
              </a:spcBef>
              <a:spcAft>
                <a:spcPts val="0"/>
              </a:spcAft>
              <a:buNone/>
            </a:pPr>
            <a:r>
              <a:rPr lang="en" sz="1400"/>
              <a:t>Humidity sensor</a:t>
            </a:r>
            <a:endParaRPr sz="1400"/>
          </a:p>
          <a:p>
            <a:pPr indent="0" lvl="0" marL="0" rtl="0" algn="l">
              <a:spcBef>
                <a:spcPts val="1200"/>
              </a:spcBef>
              <a:spcAft>
                <a:spcPts val="1200"/>
              </a:spcAft>
              <a:buNone/>
            </a:pPr>
            <a:r>
              <a:rPr lang="en" sz="1400"/>
              <a:t>Contact switch</a:t>
            </a:r>
            <a:endParaRPr sz="1400"/>
          </a:p>
        </p:txBody>
      </p:sp>
      <p:sp>
        <p:nvSpPr>
          <p:cNvPr id="1435" name="Google Shape;1435;p165"/>
          <p:cNvSpPr txBox="1"/>
          <p:nvPr/>
        </p:nvSpPr>
        <p:spPr>
          <a:xfrm>
            <a:off x="2969525" y="1272927"/>
            <a:ext cx="3651300" cy="102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Montserrat"/>
                <a:ea typeface="Montserrat"/>
                <a:cs typeface="Montserrat"/>
                <a:sym typeface="Montserrat"/>
              </a:rPr>
              <a:t>Output: </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dk2"/>
                </a:solidFill>
                <a:latin typeface="Montserrat"/>
                <a:ea typeface="Montserrat"/>
                <a:cs typeface="Montserrat"/>
                <a:sym typeface="Montserrat"/>
              </a:rPr>
              <a:t>Motor</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dk2"/>
                </a:solidFill>
                <a:latin typeface="Montserrat"/>
                <a:ea typeface="Montserrat"/>
                <a:cs typeface="Montserrat"/>
                <a:sym typeface="Montserrat"/>
              </a:rPr>
              <a:t>Flashing LED</a:t>
            </a:r>
            <a:endParaRPr sz="1800">
              <a:solidFill>
                <a:schemeClr val="dk2"/>
              </a:solidFill>
              <a:latin typeface="Montserrat"/>
              <a:ea typeface="Montserrat"/>
              <a:cs typeface="Montserrat"/>
              <a:sym typeface="Montserrat"/>
            </a:endParaRPr>
          </a:p>
        </p:txBody>
      </p:sp>
      <p:pic>
        <p:nvPicPr>
          <p:cNvPr id="1436" name="Google Shape;1436;p165"/>
          <p:cNvPicPr preferRelativeResize="0"/>
          <p:nvPr/>
        </p:nvPicPr>
        <p:blipFill>
          <a:blip r:embed="rId3">
            <a:alphaModFix/>
          </a:blip>
          <a:stretch>
            <a:fillRect/>
          </a:stretch>
        </p:blipFill>
        <p:spPr>
          <a:xfrm>
            <a:off x="5424725" y="1299614"/>
            <a:ext cx="2544273" cy="25442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0" name="Shape 1440"/>
        <p:cNvGrpSpPr/>
        <p:nvPr/>
      </p:nvGrpSpPr>
      <p:grpSpPr>
        <a:xfrm>
          <a:off x="0" y="0"/>
          <a:ext cx="0" cy="0"/>
          <a:chOff x="0" y="0"/>
          <a:chExt cx="0" cy="0"/>
        </a:xfrm>
      </p:grpSpPr>
      <p:sp>
        <p:nvSpPr>
          <p:cNvPr id="1441" name="Google Shape;1441;p166"/>
          <p:cNvSpPr txBox="1"/>
          <p:nvPr>
            <p:ph type="title"/>
          </p:nvPr>
        </p:nvSpPr>
        <p:spPr>
          <a:xfrm>
            <a:off x="713250" y="505492"/>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Constraints and </a:t>
            </a:r>
            <a:r>
              <a:rPr lang="en"/>
              <a:t>Requirements </a:t>
            </a:r>
            <a:endParaRPr/>
          </a:p>
        </p:txBody>
      </p:sp>
      <p:sp>
        <p:nvSpPr>
          <p:cNvPr id="1442" name="Google Shape;1442;p166"/>
          <p:cNvSpPr txBox="1"/>
          <p:nvPr>
            <p:ph idx="1" type="body"/>
          </p:nvPr>
        </p:nvSpPr>
        <p:spPr>
          <a:xfrm>
            <a:off x="713261" y="1693320"/>
            <a:ext cx="3426900" cy="287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Constraints:</a:t>
            </a:r>
            <a:endParaRPr sz="1500"/>
          </a:p>
          <a:p>
            <a:pPr indent="0" lvl="0" marL="0" rtl="0" algn="l">
              <a:spcBef>
                <a:spcPts val="1200"/>
              </a:spcBef>
              <a:spcAft>
                <a:spcPts val="0"/>
              </a:spcAft>
              <a:buNone/>
            </a:pPr>
            <a:r>
              <a:rPr lang="en" sz="1500"/>
              <a:t>Limited to the materials offered such as cardboard and duct tape</a:t>
            </a:r>
            <a:endParaRPr sz="1500"/>
          </a:p>
          <a:p>
            <a:pPr indent="0" lvl="0" marL="0" rtl="0" algn="l">
              <a:spcBef>
                <a:spcPts val="1200"/>
              </a:spcBef>
              <a:spcAft>
                <a:spcPts val="0"/>
              </a:spcAft>
              <a:buNone/>
            </a:pPr>
            <a:r>
              <a:rPr lang="en" sz="1500"/>
              <a:t>Needed to create an umbrella light enough for the motor to move using the materials we had.</a:t>
            </a:r>
            <a:endParaRPr sz="1500"/>
          </a:p>
          <a:p>
            <a:pPr indent="0" lvl="0" marL="0" rtl="0" algn="l">
              <a:spcBef>
                <a:spcPts val="1200"/>
              </a:spcBef>
              <a:spcAft>
                <a:spcPts val="1200"/>
              </a:spcAft>
              <a:buNone/>
            </a:pPr>
            <a:r>
              <a:t/>
            </a:r>
            <a:endParaRPr sz="1500"/>
          </a:p>
        </p:txBody>
      </p:sp>
      <p:sp>
        <p:nvSpPr>
          <p:cNvPr id="1443" name="Google Shape;1443;p166"/>
          <p:cNvSpPr txBox="1"/>
          <p:nvPr/>
        </p:nvSpPr>
        <p:spPr>
          <a:xfrm>
            <a:off x="4876808" y="1693325"/>
            <a:ext cx="3454500" cy="185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Montserrat"/>
                <a:ea typeface="Montserrat"/>
                <a:cs typeface="Montserrat"/>
                <a:sym typeface="Montserrat"/>
              </a:rPr>
              <a:t>Requirements:</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dk2"/>
                </a:solidFill>
                <a:latin typeface="Montserrat"/>
                <a:ea typeface="Montserrat"/>
                <a:cs typeface="Montserrat"/>
                <a:sym typeface="Montserrat"/>
              </a:rPr>
              <a:t>Needed humidity sensor, LED, and at least one other switch.</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dk2"/>
                </a:solidFill>
                <a:latin typeface="Montserrat"/>
                <a:ea typeface="Montserrat"/>
                <a:cs typeface="Montserrat"/>
                <a:sym typeface="Montserrat"/>
              </a:rPr>
              <a:t>Use of AI code </a:t>
            </a:r>
            <a:endParaRPr sz="1800">
              <a:solidFill>
                <a:schemeClr val="dk2"/>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7F0"/>
        </a:solidFill>
      </p:bgPr>
    </p:bg>
    <p:spTree>
      <p:nvGrpSpPr>
        <p:cNvPr id="1447" name="Shape 1447"/>
        <p:cNvGrpSpPr/>
        <p:nvPr/>
      </p:nvGrpSpPr>
      <p:grpSpPr>
        <a:xfrm>
          <a:off x="0" y="0"/>
          <a:ext cx="0" cy="0"/>
          <a:chOff x="0" y="0"/>
          <a:chExt cx="0" cy="0"/>
        </a:xfrm>
      </p:grpSpPr>
      <p:cxnSp>
        <p:nvCxnSpPr>
          <p:cNvPr id="1448" name="Google Shape;1448;p167"/>
          <p:cNvCxnSpPr/>
          <p:nvPr/>
        </p:nvCxnSpPr>
        <p:spPr>
          <a:xfrm>
            <a:off x="-72550" y="274100"/>
            <a:ext cx="9287400" cy="0"/>
          </a:xfrm>
          <a:prstGeom prst="straightConnector1">
            <a:avLst/>
          </a:prstGeom>
          <a:solidFill>
            <a:srgbClr val="FFFFFF"/>
          </a:solidFill>
          <a:ln cap="flat" cmpd="sng" w="28575">
            <a:solidFill>
              <a:srgbClr val="3F3533"/>
            </a:solidFill>
            <a:prstDash val="solid"/>
            <a:round/>
            <a:headEnd len="sm" w="sm" type="none"/>
            <a:tailEnd len="sm" w="sm" type="none"/>
          </a:ln>
        </p:spPr>
      </p:cxnSp>
      <p:cxnSp>
        <p:nvCxnSpPr>
          <p:cNvPr id="1449" name="Google Shape;1449;p167"/>
          <p:cNvCxnSpPr/>
          <p:nvPr/>
        </p:nvCxnSpPr>
        <p:spPr>
          <a:xfrm>
            <a:off x="-72550" y="4877448"/>
            <a:ext cx="9287400" cy="0"/>
          </a:xfrm>
          <a:prstGeom prst="straightConnector1">
            <a:avLst/>
          </a:prstGeom>
          <a:solidFill>
            <a:srgbClr val="FFFFFF"/>
          </a:solidFill>
          <a:ln cap="flat" cmpd="sng" w="28575">
            <a:solidFill>
              <a:srgbClr val="3F3533"/>
            </a:solidFill>
            <a:prstDash val="solid"/>
            <a:round/>
            <a:headEnd len="sm" w="sm" type="none"/>
            <a:tailEnd len="sm" w="sm" type="none"/>
          </a:ln>
        </p:spPr>
      </p:cxnSp>
      <p:sp>
        <p:nvSpPr>
          <p:cNvPr id="1450" name="Google Shape;1450;p167"/>
          <p:cNvSpPr/>
          <p:nvPr/>
        </p:nvSpPr>
        <p:spPr>
          <a:xfrm>
            <a:off x="0" y="3754852"/>
            <a:ext cx="1276800" cy="1122600"/>
          </a:xfrm>
          <a:custGeom>
            <a:rect b="b" l="l" r="r" t="t"/>
            <a:pathLst>
              <a:path extrusionOk="0" h="120000" w="120000">
                <a:moveTo>
                  <a:pt x="0" y="0"/>
                </a:moveTo>
                <a:cubicBezTo>
                  <a:pt x="30000" y="0"/>
                  <a:pt x="45001" y="30000"/>
                  <a:pt x="60000" y="60000"/>
                </a:cubicBezTo>
                <a:cubicBezTo>
                  <a:pt x="75000" y="90000"/>
                  <a:pt x="90000" y="120000"/>
                  <a:pt x="120000" y="120000"/>
                </a:cubicBezTo>
              </a:path>
            </a:pathLst>
          </a:custGeom>
          <a:solidFill>
            <a:srgbClr val="E3E7F0"/>
          </a:solidFill>
          <a:ln cap="flat" cmpd="sng" w="28575">
            <a:solidFill>
              <a:srgbClr val="3F35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1" name="Google Shape;1451;p167"/>
          <p:cNvSpPr txBox="1"/>
          <p:nvPr/>
        </p:nvSpPr>
        <p:spPr>
          <a:xfrm>
            <a:off x="762000" y="476250"/>
            <a:ext cx="7620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3200">
                <a:latin typeface="Vidaloka"/>
                <a:ea typeface="Vidaloka"/>
                <a:cs typeface="Vidaloka"/>
                <a:sym typeface="Vidaloka"/>
              </a:rPr>
              <a:t>Implementation of Design Process</a:t>
            </a:r>
            <a:endParaRPr sz="3200">
              <a:solidFill>
                <a:srgbClr val="000000"/>
              </a:solidFill>
              <a:latin typeface="Vidaloka"/>
              <a:ea typeface="Vidaloka"/>
              <a:cs typeface="Vidaloka"/>
              <a:sym typeface="Vidaloka"/>
            </a:endParaRPr>
          </a:p>
        </p:txBody>
      </p:sp>
      <p:grpSp>
        <p:nvGrpSpPr>
          <p:cNvPr id="1452" name="Google Shape;1452;p167"/>
          <p:cNvGrpSpPr/>
          <p:nvPr/>
        </p:nvGrpSpPr>
        <p:grpSpPr>
          <a:xfrm>
            <a:off x="762000" y="1404938"/>
            <a:ext cx="3810000" cy="2524275"/>
            <a:chOff x="0" y="333375"/>
            <a:chExt cx="3810000" cy="2524275"/>
          </a:xfrm>
        </p:grpSpPr>
        <p:sp>
          <p:nvSpPr>
            <p:cNvPr id="1453" name="Google Shape;1453;p167"/>
            <p:cNvSpPr txBox="1"/>
            <p:nvPr/>
          </p:nvSpPr>
          <p:spPr>
            <a:xfrm>
              <a:off x="0" y="333375"/>
              <a:ext cx="3810000" cy="38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2000">
                  <a:latin typeface="Vidaloka"/>
                  <a:ea typeface="Vidaloka"/>
                  <a:cs typeface="Vidaloka"/>
                  <a:sym typeface="Vidaloka"/>
                </a:rPr>
                <a:t>Research</a:t>
              </a:r>
              <a:endParaRPr sz="2000">
                <a:solidFill>
                  <a:srgbClr val="000000"/>
                </a:solidFill>
                <a:latin typeface="Vidaloka"/>
                <a:ea typeface="Vidaloka"/>
                <a:cs typeface="Vidaloka"/>
                <a:sym typeface="Vidaloka"/>
              </a:endParaRPr>
            </a:p>
          </p:txBody>
        </p:sp>
        <p:sp>
          <p:nvSpPr>
            <p:cNvPr id="1454" name="Google Shape;1454;p167"/>
            <p:cNvSpPr txBox="1"/>
            <p:nvPr/>
          </p:nvSpPr>
          <p:spPr>
            <a:xfrm>
              <a:off x="0" y="714375"/>
              <a:ext cx="3810000" cy="6669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333333"/>
                </a:buClr>
                <a:buSzPts val="1200"/>
                <a:buFont typeface="Montserrat"/>
                <a:buChar char="●"/>
              </a:pPr>
              <a:r>
                <a:rPr lang="en" sz="1200">
                  <a:solidFill>
                    <a:srgbClr val="333333"/>
                  </a:solidFill>
                  <a:latin typeface="Montserrat"/>
                  <a:ea typeface="Montserrat"/>
                  <a:cs typeface="Montserrat"/>
                  <a:sym typeface="Montserrat"/>
                </a:rPr>
                <a:t>Examined the basic design of an Umbrella so it could be recreated with present materials</a:t>
              </a:r>
              <a:endParaRPr sz="1200">
                <a:solidFill>
                  <a:srgbClr val="333333"/>
                </a:solidFill>
                <a:latin typeface="Montserrat"/>
                <a:ea typeface="Montserrat"/>
                <a:cs typeface="Montserrat"/>
                <a:sym typeface="Montserrat"/>
              </a:endParaRPr>
            </a:p>
          </p:txBody>
        </p:sp>
        <p:sp>
          <p:nvSpPr>
            <p:cNvPr id="1455" name="Google Shape;1455;p167"/>
            <p:cNvSpPr txBox="1"/>
            <p:nvPr/>
          </p:nvSpPr>
          <p:spPr>
            <a:xfrm>
              <a:off x="0" y="1809750"/>
              <a:ext cx="3810000" cy="38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2000">
                  <a:latin typeface="Vidaloka"/>
                  <a:ea typeface="Vidaloka"/>
                  <a:cs typeface="Vidaloka"/>
                  <a:sym typeface="Vidaloka"/>
                </a:rPr>
                <a:t>Prototype</a:t>
              </a:r>
              <a:endParaRPr sz="2000">
                <a:solidFill>
                  <a:srgbClr val="000000"/>
                </a:solidFill>
                <a:latin typeface="Vidaloka"/>
                <a:ea typeface="Vidaloka"/>
                <a:cs typeface="Vidaloka"/>
                <a:sym typeface="Vidaloka"/>
              </a:endParaRPr>
            </a:p>
          </p:txBody>
        </p:sp>
        <p:sp>
          <p:nvSpPr>
            <p:cNvPr id="1456" name="Google Shape;1456;p167"/>
            <p:cNvSpPr txBox="1"/>
            <p:nvPr/>
          </p:nvSpPr>
          <p:spPr>
            <a:xfrm>
              <a:off x="0" y="2190750"/>
              <a:ext cx="3810000" cy="6669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333333"/>
                </a:buClr>
                <a:buSzPts val="1200"/>
                <a:buFont typeface="Montserrat"/>
                <a:buChar char="●"/>
              </a:pPr>
              <a:r>
                <a:rPr lang="en" sz="1200">
                  <a:solidFill>
                    <a:srgbClr val="333333"/>
                  </a:solidFill>
                  <a:latin typeface="Montserrat"/>
                  <a:ea typeface="Montserrat"/>
                  <a:cs typeface="Montserrat"/>
                  <a:sym typeface="Montserrat"/>
                </a:rPr>
                <a:t>Utilized knex, duct tape, and servo motor for main umbrella component with our sensor connected to </a:t>
              </a:r>
              <a:r>
                <a:rPr lang="en" sz="1200">
                  <a:solidFill>
                    <a:srgbClr val="333333"/>
                  </a:solidFill>
                  <a:latin typeface="Montserrat"/>
                  <a:ea typeface="Montserrat"/>
                  <a:cs typeface="Montserrat"/>
                  <a:sym typeface="Montserrat"/>
                </a:rPr>
                <a:t>detect</a:t>
              </a:r>
              <a:r>
                <a:rPr lang="en" sz="1200">
                  <a:solidFill>
                    <a:srgbClr val="333333"/>
                  </a:solidFill>
                  <a:latin typeface="Montserrat"/>
                  <a:ea typeface="Montserrat"/>
                  <a:cs typeface="Montserrat"/>
                  <a:sym typeface="Montserrat"/>
                </a:rPr>
                <a:t> moisture.</a:t>
              </a:r>
              <a:endParaRPr sz="1200">
                <a:solidFill>
                  <a:srgbClr val="333333"/>
                </a:solidFill>
                <a:latin typeface="Montserrat"/>
                <a:ea typeface="Montserrat"/>
                <a:cs typeface="Montserrat"/>
                <a:sym typeface="Montserrat"/>
              </a:endParaRPr>
            </a:p>
          </p:txBody>
        </p:sp>
      </p:grpSp>
      <p:pic>
        <p:nvPicPr>
          <p:cNvPr id="1457" name="Google Shape;1457;p167"/>
          <p:cNvPicPr preferRelativeResize="0"/>
          <p:nvPr/>
        </p:nvPicPr>
        <p:blipFill>
          <a:blip r:embed="rId3">
            <a:alphaModFix/>
          </a:blip>
          <a:stretch>
            <a:fillRect/>
          </a:stretch>
        </p:blipFill>
        <p:spPr>
          <a:xfrm>
            <a:off x="4961275" y="1353925"/>
            <a:ext cx="3501727" cy="2626299"/>
          </a:xfrm>
          <a:prstGeom prst="rect">
            <a:avLst/>
          </a:prstGeom>
          <a:noFill/>
          <a:ln cap="flat" cmpd="sng" w="38100">
            <a:solidFill>
              <a:schemeClr val="dk2"/>
            </a:solidFill>
            <a:prstDash val="solid"/>
            <a:round/>
            <a:headEnd len="sm" w="sm" type="none"/>
            <a:tailEnd len="sm" w="sm" type="none"/>
          </a:ln>
        </p:spPr>
      </p:pic>
      <p:sp>
        <p:nvSpPr>
          <p:cNvPr id="1458" name="Google Shape;1458;p167"/>
          <p:cNvSpPr txBox="1"/>
          <p:nvPr/>
        </p:nvSpPr>
        <p:spPr>
          <a:xfrm>
            <a:off x="5501625" y="4131500"/>
            <a:ext cx="2421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Montserrat"/>
                <a:ea typeface="Montserrat"/>
                <a:cs typeface="Montserrat"/>
                <a:sym typeface="Montserrat"/>
              </a:rPr>
              <a:t>Pictured Above is Prototype</a:t>
            </a:r>
            <a:endParaRPr sz="1200">
              <a:solidFill>
                <a:schemeClr val="dk2"/>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pic>
        <p:nvPicPr>
          <p:cNvPr id="1463" name="Google Shape;1463;p168"/>
          <p:cNvPicPr preferRelativeResize="0"/>
          <p:nvPr/>
        </p:nvPicPr>
        <p:blipFill>
          <a:blip r:embed="rId3">
            <a:alphaModFix/>
          </a:blip>
          <a:stretch>
            <a:fillRect/>
          </a:stretch>
        </p:blipFill>
        <p:spPr>
          <a:xfrm>
            <a:off x="167400" y="794351"/>
            <a:ext cx="2666124" cy="3554801"/>
          </a:xfrm>
          <a:prstGeom prst="rect">
            <a:avLst/>
          </a:prstGeom>
          <a:noFill/>
          <a:ln cap="flat" cmpd="sng" w="38100">
            <a:solidFill>
              <a:schemeClr val="dk2"/>
            </a:solidFill>
            <a:prstDash val="solid"/>
            <a:round/>
            <a:headEnd len="sm" w="sm" type="none"/>
            <a:tailEnd len="sm" w="sm" type="none"/>
          </a:ln>
        </p:spPr>
      </p:pic>
      <p:pic>
        <p:nvPicPr>
          <p:cNvPr id="1464" name="Google Shape;1464;p168"/>
          <p:cNvPicPr preferRelativeResize="0"/>
          <p:nvPr/>
        </p:nvPicPr>
        <p:blipFill>
          <a:blip r:embed="rId4">
            <a:alphaModFix/>
          </a:blip>
          <a:stretch>
            <a:fillRect/>
          </a:stretch>
        </p:blipFill>
        <p:spPr>
          <a:xfrm>
            <a:off x="3207475" y="794325"/>
            <a:ext cx="2666124" cy="3554857"/>
          </a:xfrm>
          <a:prstGeom prst="rect">
            <a:avLst/>
          </a:prstGeom>
          <a:noFill/>
          <a:ln cap="flat" cmpd="sng" w="38100">
            <a:solidFill>
              <a:schemeClr val="dk2"/>
            </a:solidFill>
            <a:prstDash val="solid"/>
            <a:round/>
            <a:headEnd len="sm" w="sm" type="none"/>
            <a:tailEnd len="sm" w="sm" type="none"/>
          </a:ln>
        </p:spPr>
      </p:pic>
      <p:pic>
        <p:nvPicPr>
          <p:cNvPr id="1465" name="Google Shape;1465;p168"/>
          <p:cNvPicPr preferRelativeResize="0"/>
          <p:nvPr/>
        </p:nvPicPr>
        <p:blipFill>
          <a:blip r:embed="rId5">
            <a:alphaModFix/>
          </a:blip>
          <a:stretch>
            <a:fillRect/>
          </a:stretch>
        </p:blipFill>
        <p:spPr>
          <a:xfrm>
            <a:off x="6247550" y="794325"/>
            <a:ext cx="2666124" cy="3554852"/>
          </a:xfrm>
          <a:prstGeom prst="rect">
            <a:avLst/>
          </a:prstGeom>
          <a:noFill/>
          <a:ln cap="flat" cmpd="sng" w="38100">
            <a:solidFill>
              <a:schemeClr val="dk2"/>
            </a:solidFill>
            <a:prstDash val="solid"/>
            <a:round/>
            <a:headEnd len="sm" w="sm" type="none"/>
            <a:tailEnd len="sm" w="sm" type="none"/>
          </a:ln>
        </p:spPr>
      </p:pic>
      <p:sp>
        <p:nvSpPr>
          <p:cNvPr id="1466" name="Google Shape;1466;p168"/>
          <p:cNvSpPr txBox="1"/>
          <p:nvPr/>
        </p:nvSpPr>
        <p:spPr>
          <a:xfrm>
            <a:off x="-52937" y="4486625"/>
            <a:ext cx="31068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Montserrat"/>
                <a:ea typeface="Montserrat"/>
                <a:cs typeface="Montserrat"/>
                <a:sym typeface="Montserrat"/>
              </a:rPr>
              <a:t>Pictured above is early stage prototype</a:t>
            </a:r>
            <a:endParaRPr sz="1200">
              <a:solidFill>
                <a:schemeClr val="dk2"/>
              </a:solidFill>
              <a:latin typeface="Montserrat"/>
              <a:ea typeface="Montserrat"/>
              <a:cs typeface="Montserrat"/>
              <a:sym typeface="Montserrat"/>
            </a:endParaRPr>
          </a:p>
        </p:txBody>
      </p:sp>
      <p:sp>
        <p:nvSpPr>
          <p:cNvPr id="1467" name="Google Shape;1467;p168"/>
          <p:cNvSpPr txBox="1"/>
          <p:nvPr/>
        </p:nvSpPr>
        <p:spPr>
          <a:xfrm>
            <a:off x="2380650" y="4486625"/>
            <a:ext cx="4382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Montserrat"/>
                <a:ea typeface="Montserrat"/>
                <a:cs typeface="Montserrat"/>
                <a:sym typeface="Montserrat"/>
              </a:rPr>
              <a:t>Pictured above is middle stage prototype</a:t>
            </a:r>
            <a:endParaRPr sz="1200">
              <a:solidFill>
                <a:schemeClr val="dk2"/>
              </a:solidFill>
              <a:latin typeface="Montserrat"/>
              <a:ea typeface="Montserrat"/>
              <a:cs typeface="Montserrat"/>
              <a:sym typeface="Montserrat"/>
            </a:endParaRPr>
          </a:p>
        </p:txBody>
      </p:sp>
      <p:sp>
        <p:nvSpPr>
          <p:cNvPr id="1468" name="Google Shape;1468;p168"/>
          <p:cNvSpPr txBox="1"/>
          <p:nvPr/>
        </p:nvSpPr>
        <p:spPr>
          <a:xfrm>
            <a:off x="6631863" y="4486625"/>
            <a:ext cx="1897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Montserrat"/>
                <a:ea typeface="Montserrat"/>
                <a:cs typeface="Montserrat"/>
                <a:sym typeface="Montserrat"/>
              </a:rPr>
              <a:t>Pictured</a:t>
            </a:r>
            <a:r>
              <a:rPr lang="en" sz="1200">
                <a:solidFill>
                  <a:schemeClr val="dk2"/>
                </a:solidFill>
                <a:latin typeface="Montserrat"/>
                <a:ea typeface="Montserrat"/>
                <a:cs typeface="Montserrat"/>
                <a:sym typeface="Montserrat"/>
              </a:rPr>
              <a:t> above is final stages </a:t>
            </a:r>
            <a:r>
              <a:rPr lang="en" sz="1200">
                <a:solidFill>
                  <a:schemeClr val="dk2"/>
                </a:solidFill>
                <a:latin typeface="Montserrat"/>
                <a:ea typeface="Montserrat"/>
                <a:cs typeface="Montserrat"/>
                <a:sym typeface="Montserrat"/>
              </a:rPr>
              <a:t>prototype</a:t>
            </a:r>
            <a:endParaRPr sz="1200">
              <a:solidFill>
                <a:schemeClr val="dk2"/>
              </a:solidFill>
              <a:latin typeface="Montserrat"/>
              <a:ea typeface="Montserrat"/>
              <a:cs typeface="Montserrat"/>
              <a:sym typeface="Montserrat"/>
            </a:endParaRPr>
          </a:p>
        </p:txBody>
      </p:sp>
      <p:sp>
        <p:nvSpPr>
          <p:cNvPr id="1469" name="Google Shape;1469;p168"/>
          <p:cNvSpPr txBox="1"/>
          <p:nvPr/>
        </p:nvSpPr>
        <p:spPr>
          <a:xfrm>
            <a:off x="167400" y="152900"/>
            <a:ext cx="8091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3200">
                <a:solidFill>
                  <a:schemeClr val="dk1"/>
                </a:solidFill>
                <a:latin typeface="Vidaloka"/>
                <a:ea typeface="Vidaloka"/>
                <a:cs typeface="Vidaloka"/>
                <a:sym typeface="Vidaloka"/>
              </a:rPr>
              <a:t>Stages of Prototype</a:t>
            </a:r>
            <a:endParaRPr sz="1800">
              <a:solidFill>
                <a:schemeClr val="dk2"/>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7F0"/>
        </a:solidFill>
      </p:bgPr>
    </p:bg>
    <p:spTree>
      <p:nvGrpSpPr>
        <p:cNvPr id="1473" name="Shape 1473"/>
        <p:cNvGrpSpPr/>
        <p:nvPr/>
      </p:nvGrpSpPr>
      <p:grpSpPr>
        <a:xfrm>
          <a:off x="0" y="0"/>
          <a:ext cx="0" cy="0"/>
          <a:chOff x="0" y="0"/>
          <a:chExt cx="0" cy="0"/>
        </a:xfrm>
      </p:grpSpPr>
      <p:cxnSp>
        <p:nvCxnSpPr>
          <p:cNvPr id="1474" name="Google Shape;1474;p169"/>
          <p:cNvCxnSpPr/>
          <p:nvPr/>
        </p:nvCxnSpPr>
        <p:spPr>
          <a:xfrm>
            <a:off x="-72550" y="274100"/>
            <a:ext cx="9287400" cy="0"/>
          </a:xfrm>
          <a:prstGeom prst="straightConnector1">
            <a:avLst/>
          </a:prstGeom>
          <a:solidFill>
            <a:srgbClr val="FFFFFF"/>
          </a:solidFill>
          <a:ln cap="flat" cmpd="sng" w="28575">
            <a:solidFill>
              <a:srgbClr val="3F3533"/>
            </a:solidFill>
            <a:prstDash val="solid"/>
            <a:round/>
            <a:headEnd len="sm" w="sm" type="none"/>
            <a:tailEnd len="sm" w="sm" type="none"/>
          </a:ln>
        </p:spPr>
      </p:cxnSp>
      <p:cxnSp>
        <p:nvCxnSpPr>
          <p:cNvPr id="1475" name="Google Shape;1475;p169"/>
          <p:cNvCxnSpPr/>
          <p:nvPr/>
        </p:nvCxnSpPr>
        <p:spPr>
          <a:xfrm>
            <a:off x="-72550" y="4877448"/>
            <a:ext cx="9287400" cy="0"/>
          </a:xfrm>
          <a:prstGeom prst="straightConnector1">
            <a:avLst/>
          </a:prstGeom>
          <a:solidFill>
            <a:srgbClr val="FFFFFF"/>
          </a:solidFill>
          <a:ln cap="flat" cmpd="sng" w="28575">
            <a:solidFill>
              <a:srgbClr val="3F3533"/>
            </a:solidFill>
            <a:prstDash val="solid"/>
            <a:round/>
            <a:headEnd len="sm" w="sm" type="none"/>
            <a:tailEnd len="sm" w="sm" type="none"/>
          </a:ln>
        </p:spPr>
      </p:cxnSp>
      <p:sp>
        <p:nvSpPr>
          <p:cNvPr id="1476" name="Google Shape;1476;p169"/>
          <p:cNvSpPr/>
          <p:nvPr/>
        </p:nvSpPr>
        <p:spPr>
          <a:xfrm>
            <a:off x="0" y="3754852"/>
            <a:ext cx="1276800" cy="1122600"/>
          </a:xfrm>
          <a:custGeom>
            <a:rect b="b" l="l" r="r" t="t"/>
            <a:pathLst>
              <a:path extrusionOk="0" h="120000" w="120000">
                <a:moveTo>
                  <a:pt x="0" y="0"/>
                </a:moveTo>
                <a:cubicBezTo>
                  <a:pt x="30000" y="0"/>
                  <a:pt x="45001" y="30000"/>
                  <a:pt x="60000" y="60000"/>
                </a:cubicBezTo>
                <a:cubicBezTo>
                  <a:pt x="75000" y="90000"/>
                  <a:pt x="90000" y="120000"/>
                  <a:pt x="120000" y="120000"/>
                </a:cubicBezTo>
              </a:path>
            </a:pathLst>
          </a:custGeom>
          <a:solidFill>
            <a:srgbClr val="E3E7F0"/>
          </a:solidFill>
          <a:ln cap="flat" cmpd="sng" w="28575">
            <a:solidFill>
              <a:srgbClr val="3F35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7" name="Google Shape;1477;p169"/>
          <p:cNvSpPr txBox="1"/>
          <p:nvPr/>
        </p:nvSpPr>
        <p:spPr>
          <a:xfrm>
            <a:off x="762000" y="476250"/>
            <a:ext cx="7620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3200">
                <a:latin typeface="Vidaloka"/>
                <a:ea typeface="Vidaloka"/>
                <a:cs typeface="Vidaloka"/>
                <a:sym typeface="Vidaloka"/>
              </a:rPr>
              <a:t>Implementation of Wiring &amp; Coding</a:t>
            </a:r>
            <a:endParaRPr sz="3200">
              <a:solidFill>
                <a:srgbClr val="000000"/>
              </a:solidFill>
              <a:latin typeface="Vidaloka"/>
              <a:ea typeface="Vidaloka"/>
              <a:cs typeface="Vidaloka"/>
              <a:sym typeface="Vidaloka"/>
            </a:endParaRPr>
          </a:p>
        </p:txBody>
      </p:sp>
      <p:grpSp>
        <p:nvGrpSpPr>
          <p:cNvPr id="1478" name="Google Shape;1478;p169"/>
          <p:cNvGrpSpPr/>
          <p:nvPr/>
        </p:nvGrpSpPr>
        <p:grpSpPr>
          <a:xfrm>
            <a:off x="762000" y="1063261"/>
            <a:ext cx="9058066" cy="2865952"/>
            <a:chOff x="0" y="-8302"/>
            <a:chExt cx="9058066" cy="2865952"/>
          </a:xfrm>
        </p:grpSpPr>
        <p:sp>
          <p:nvSpPr>
            <p:cNvPr id="1479" name="Google Shape;1479;p169"/>
            <p:cNvSpPr txBox="1"/>
            <p:nvPr/>
          </p:nvSpPr>
          <p:spPr>
            <a:xfrm>
              <a:off x="0" y="333375"/>
              <a:ext cx="3810000" cy="38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2000">
                  <a:latin typeface="Vidaloka"/>
                  <a:ea typeface="Vidaloka"/>
                  <a:cs typeface="Vidaloka"/>
                  <a:sym typeface="Vidaloka"/>
                </a:rPr>
                <a:t>Pins</a:t>
              </a:r>
              <a:endParaRPr sz="2000">
                <a:solidFill>
                  <a:srgbClr val="000000"/>
                </a:solidFill>
                <a:latin typeface="Vidaloka"/>
                <a:ea typeface="Vidaloka"/>
                <a:cs typeface="Vidaloka"/>
                <a:sym typeface="Vidaloka"/>
              </a:endParaRPr>
            </a:p>
          </p:txBody>
        </p:sp>
        <p:sp>
          <p:nvSpPr>
            <p:cNvPr id="1480" name="Google Shape;1480;p169"/>
            <p:cNvSpPr txBox="1"/>
            <p:nvPr/>
          </p:nvSpPr>
          <p:spPr>
            <a:xfrm>
              <a:off x="0" y="714375"/>
              <a:ext cx="3810000" cy="6669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333333"/>
                </a:buClr>
                <a:buSzPts val="1200"/>
                <a:buFont typeface="Montserrat"/>
                <a:buChar char="●"/>
              </a:pPr>
              <a:r>
                <a:rPr lang="en" sz="1200">
                  <a:solidFill>
                    <a:srgbClr val="333333"/>
                  </a:solidFill>
                  <a:latin typeface="Montserrat"/>
                  <a:ea typeface="Montserrat"/>
                  <a:cs typeface="Montserrat"/>
                  <a:sym typeface="Montserrat"/>
                </a:rPr>
                <a:t>Humidity sensor (A1)</a:t>
              </a:r>
              <a:endParaRPr sz="1200">
                <a:solidFill>
                  <a:srgbClr val="333333"/>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333333"/>
                </a:buClr>
                <a:buSzPts val="1200"/>
                <a:buFont typeface="Montserrat"/>
                <a:buChar char="●"/>
              </a:pPr>
              <a:r>
                <a:rPr lang="en" sz="1200">
                  <a:solidFill>
                    <a:srgbClr val="333333"/>
                  </a:solidFill>
                  <a:latin typeface="Montserrat"/>
                  <a:ea typeface="Montserrat"/>
                  <a:cs typeface="Montserrat"/>
                  <a:sym typeface="Montserrat"/>
                </a:rPr>
                <a:t>Red LED (D4) </a:t>
              </a:r>
              <a:endParaRPr sz="1200">
                <a:solidFill>
                  <a:srgbClr val="333333"/>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333333"/>
                </a:buClr>
                <a:buSzPts val="1200"/>
                <a:buFont typeface="Montserrat"/>
                <a:buChar char="●"/>
              </a:pPr>
              <a:r>
                <a:rPr lang="en" sz="1200">
                  <a:solidFill>
                    <a:srgbClr val="333333"/>
                  </a:solidFill>
                  <a:latin typeface="Montserrat"/>
                  <a:ea typeface="Montserrat"/>
                  <a:cs typeface="Montserrat"/>
                  <a:sym typeface="Montserrat"/>
                </a:rPr>
                <a:t>Contact Switch (A7)</a:t>
              </a:r>
              <a:endParaRPr sz="1200">
                <a:solidFill>
                  <a:srgbClr val="333333"/>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333333"/>
                </a:buClr>
                <a:buSzPts val="1200"/>
                <a:buFont typeface="Montserrat"/>
                <a:buChar char="●"/>
              </a:pPr>
              <a:r>
                <a:rPr lang="en" sz="1200">
                  <a:solidFill>
                    <a:srgbClr val="333333"/>
                  </a:solidFill>
                  <a:latin typeface="Montserrat"/>
                  <a:ea typeface="Montserrat"/>
                  <a:cs typeface="Montserrat"/>
                  <a:sym typeface="Montserrat"/>
                </a:rPr>
                <a:t>Servo Motor (A4)</a:t>
              </a:r>
              <a:endParaRPr sz="1200">
                <a:solidFill>
                  <a:srgbClr val="333333"/>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rgbClr val="333333"/>
                </a:solidFill>
                <a:latin typeface="Montserrat"/>
                <a:ea typeface="Montserrat"/>
                <a:cs typeface="Montserrat"/>
                <a:sym typeface="Montserrat"/>
              </a:endParaRPr>
            </a:p>
          </p:txBody>
        </p:sp>
        <p:sp>
          <p:nvSpPr>
            <p:cNvPr id="1481" name="Google Shape;1481;p169"/>
            <p:cNvSpPr txBox="1"/>
            <p:nvPr/>
          </p:nvSpPr>
          <p:spPr>
            <a:xfrm>
              <a:off x="5248066" y="-8302"/>
              <a:ext cx="381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latin typeface="Vidaloka"/>
                  <a:ea typeface="Vidaloka"/>
                  <a:cs typeface="Vidaloka"/>
                  <a:sym typeface="Vidaloka"/>
                </a:rPr>
                <a:t>Connections</a:t>
              </a:r>
              <a:endParaRPr sz="2000">
                <a:solidFill>
                  <a:srgbClr val="000000"/>
                </a:solidFill>
                <a:latin typeface="Vidaloka"/>
                <a:ea typeface="Vidaloka"/>
                <a:cs typeface="Vidaloka"/>
                <a:sym typeface="Vidaloka"/>
              </a:endParaRPr>
            </a:p>
          </p:txBody>
        </p:sp>
        <p:sp>
          <p:nvSpPr>
            <p:cNvPr id="1482" name="Google Shape;1482;p169"/>
            <p:cNvSpPr txBox="1"/>
            <p:nvPr/>
          </p:nvSpPr>
          <p:spPr>
            <a:xfrm>
              <a:off x="0" y="2190750"/>
              <a:ext cx="3810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1200">
                <a:solidFill>
                  <a:srgbClr val="333333"/>
                </a:solidFill>
                <a:latin typeface="Montserrat"/>
                <a:ea typeface="Montserrat"/>
                <a:cs typeface="Montserrat"/>
                <a:sym typeface="Montserrat"/>
              </a:endParaRPr>
            </a:p>
            <a:p>
              <a:pPr indent="0" lvl="0" marL="457200" rtl="0" algn="l">
                <a:spcBef>
                  <a:spcPts val="0"/>
                </a:spcBef>
                <a:spcAft>
                  <a:spcPts val="0"/>
                </a:spcAft>
                <a:buNone/>
              </a:pPr>
              <a:r>
                <a:t/>
              </a:r>
              <a:endParaRPr sz="1200">
                <a:solidFill>
                  <a:srgbClr val="333333"/>
                </a:solidFill>
                <a:latin typeface="Montserrat"/>
                <a:ea typeface="Montserrat"/>
                <a:cs typeface="Montserrat"/>
                <a:sym typeface="Montserrat"/>
              </a:endParaRPr>
            </a:p>
          </p:txBody>
        </p:sp>
      </p:grpSp>
      <p:sp>
        <p:nvSpPr>
          <p:cNvPr id="1483" name="Google Shape;1483;p169"/>
          <p:cNvSpPr txBox="1"/>
          <p:nvPr/>
        </p:nvSpPr>
        <p:spPr>
          <a:xfrm>
            <a:off x="5619939" y="4300520"/>
            <a:ext cx="2421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Montserrat"/>
                <a:ea typeface="Montserrat"/>
                <a:cs typeface="Montserrat"/>
                <a:sym typeface="Montserrat"/>
              </a:rPr>
              <a:t>Pictured Above is Prototype</a:t>
            </a:r>
            <a:endParaRPr sz="1200">
              <a:solidFill>
                <a:schemeClr val="dk2"/>
              </a:solidFill>
              <a:latin typeface="Montserrat"/>
              <a:ea typeface="Montserrat"/>
              <a:cs typeface="Montserrat"/>
              <a:sym typeface="Montserrat"/>
            </a:endParaRPr>
          </a:p>
        </p:txBody>
      </p:sp>
      <p:pic>
        <p:nvPicPr>
          <p:cNvPr id="1484" name="Google Shape;1484;p169"/>
          <p:cNvPicPr preferRelativeResize="0"/>
          <p:nvPr/>
        </p:nvPicPr>
        <p:blipFill>
          <a:blip r:embed="rId3">
            <a:alphaModFix/>
          </a:blip>
          <a:stretch>
            <a:fillRect/>
          </a:stretch>
        </p:blipFill>
        <p:spPr>
          <a:xfrm>
            <a:off x="5129881" y="1410470"/>
            <a:ext cx="3226767" cy="28538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170"/>
          <p:cNvSpPr txBox="1"/>
          <p:nvPr/>
        </p:nvSpPr>
        <p:spPr>
          <a:xfrm>
            <a:off x="922350" y="2202300"/>
            <a:ext cx="1161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2"/>
                </a:solidFill>
                <a:latin typeface="Vidaloka"/>
                <a:ea typeface="Vidaloka"/>
                <a:cs typeface="Vidaloka"/>
                <a:sym typeface="Vidaloka"/>
              </a:rPr>
              <a:t>Flow</a:t>
            </a:r>
            <a:endParaRPr sz="3600">
              <a:solidFill>
                <a:schemeClr val="dk2"/>
              </a:solidFill>
              <a:latin typeface="Vidaloka"/>
              <a:ea typeface="Vidaloka"/>
              <a:cs typeface="Vidaloka"/>
              <a:sym typeface="Vidaloka"/>
            </a:endParaRPr>
          </a:p>
        </p:txBody>
      </p:sp>
      <p:sp>
        <p:nvSpPr>
          <p:cNvPr id="1490" name="Google Shape;1490;p170"/>
          <p:cNvSpPr txBox="1"/>
          <p:nvPr/>
        </p:nvSpPr>
        <p:spPr>
          <a:xfrm>
            <a:off x="6963000" y="2202300"/>
            <a:ext cx="14928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dk2"/>
                </a:solidFill>
                <a:latin typeface="Vidaloka"/>
                <a:ea typeface="Vidaloka"/>
                <a:cs typeface="Vidaloka"/>
                <a:sym typeface="Vidaloka"/>
              </a:rPr>
              <a:t>Chart</a:t>
            </a:r>
            <a:endParaRPr sz="3600">
              <a:solidFill>
                <a:schemeClr val="dk2"/>
              </a:solidFill>
              <a:latin typeface="Vidaloka"/>
              <a:ea typeface="Vidaloka"/>
              <a:cs typeface="Vidaloka"/>
              <a:sym typeface="Vidaloka"/>
            </a:endParaRPr>
          </a:p>
        </p:txBody>
      </p:sp>
      <p:pic>
        <p:nvPicPr>
          <p:cNvPr id="1491" name="Google Shape;1491;p170"/>
          <p:cNvPicPr preferRelativeResize="0"/>
          <p:nvPr/>
        </p:nvPicPr>
        <p:blipFill>
          <a:blip r:embed="rId3">
            <a:alphaModFix/>
          </a:blip>
          <a:stretch>
            <a:fillRect/>
          </a:stretch>
        </p:blipFill>
        <p:spPr>
          <a:xfrm>
            <a:off x="2433412" y="290488"/>
            <a:ext cx="4277174" cy="4562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171"/>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AI Usage</a:t>
            </a:r>
            <a:endParaRPr sz="3200"/>
          </a:p>
        </p:txBody>
      </p:sp>
      <p:sp>
        <p:nvSpPr>
          <p:cNvPr id="1497" name="Google Shape;1497;p171"/>
          <p:cNvSpPr txBox="1"/>
          <p:nvPr>
            <p:ph idx="1" type="body"/>
          </p:nvPr>
        </p:nvSpPr>
        <p:spPr>
          <a:xfrm>
            <a:off x="713225" y="1539025"/>
            <a:ext cx="3974400" cy="2758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dk1"/>
                </a:solidFill>
                <a:latin typeface="Vidaloka"/>
                <a:ea typeface="Vidaloka"/>
                <a:cs typeface="Vidaloka"/>
                <a:sym typeface="Vidaloka"/>
              </a:rPr>
              <a:t>Creating the Code</a:t>
            </a:r>
            <a:endParaRPr sz="2000">
              <a:solidFill>
                <a:schemeClr val="dk1"/>
              </a:solidFill>
              <a:latin typeface="Vidaloka"/>
              <a:ea typeface="Vidaloka"/>
              <a:cs typeface="Vidaloka"/>
              <a:sym typeface="Vidaloka"/>
            </a:endParaRPr>
          </a:p>
          <a:p>
            <a:pPr indent="0" lvl="0" marL="0" rtl="0" algn="l">
              <a:lnSpc>
                <a:spcPct val="115000"/>
              </a:lnSpc>
              <a:spcBef>
                <a:spcPts val="1200"/>
              </a:spcBef>
              <a:spcAft>
                <a:spcPts val="0"/>
              </a:spcAft>
              <a:buNone/>
            </a:pPr>
            <a:r>
              <a:t/>
            </a:r>
            <a:endParaRPr sz="2000">
              <a:solidFill>
                <a:schemeClr val="dk1"/>
              </a:solidFill>
              <a:latin typeface="Vidaloka"/>
              <a:ea typeface="Vidaloka"/>
              <a:cs typeface="Vidaloka"/>
              <a:sym typeface="Vidaloka"/>
            </a:endParaRPr>
          </a:p>
          <a:p>
            <a:pPr indent="0" lvl="0" marL="0" rtl="0" algn="l">
              <a:lnSpc>
                <a:spcPct val="115000"/>
              </a:lnSpc>
              <a:spcBef>
                <a:spcPts val="1200"/>
              </a:spcBef>
              <a:spcAft>
                <a:spcPts val="0"/>
              </a:spcAft>
              <a:buNone/>
            </a:pPr>
            <a:r>
              <a:rPr lang="en" sz="2000">
                <a:solidFill>
                  <a:schemeClr val="dk1"/>
                </a:solidFill>
                <a:latin typeface="Vidaloka"/>
                <a:ea typeface="Vidaloka"/>
                <a:cs typeface="Vidaloka"/>
                <a:sym typeface="Vidaloka"/>
              </a:rPr>
              <a:t>Breadboard Setup Assistance</a:t>
            </a:r>
            <a:endParaRPr sz="2000">
              <a:solidFill>
                <a:schemeClr val="dk1"/>
              </a:solidFill>
              <a:latin typeface="Vidaloka"/>
              <a:ea typeface="Vidaloka"/>
              <a:cs typeface="Vidaloka"/>
              <a:sym typeface="Vidaloka"/>
            </a:endParaRPr>
          </a:p>
          <a:p>
            <a:pPr indent="0" lvl="0" marL="0" rtl="0" algn="l">
              <a:lnSpc>
                <a:spcPct val="115000"/>
              </a:lnSpc>
              <a:spcBef>
                <a:spcPts val="1200"/>
              </a:spcBef>
              <a:spcAft>
                <a:spcPts val="0"/>
              </a:spcAft>
              <a:buNone/>
            </a:pPr>
            <a:r>
              <a:t/>
            </a:r>
            <a:endParaRPr sz="2000">
              <a:solidFill>
                <a:schemeClr val="dk1"/>
              </a:solidFill>
              <a:latin typeface="Vidaloka"/>
              <a:ea typeface="Vidaloka"/>
              <a:cs typeface="Vidaloka"/>
              <a:sym typeface="Vidaloka"/>
            </a:endParaRPr>
          </a:p>
          <a:p>
            <a:pPr indent="0" lvl="0" marL="0" rtl="0" algn="l">
              <a:lnSpc>
                <a:spcPct val="115000"/>
              </a:lnSpc>
              <a:spcBef>
                <a:spcPts val="1200"/>
              </a:spcBef>
              <a:spcAft>
                <a:spcPts val="0"/>
              </a:spcAft>
              <a:buNone/>
            </a:pPr>
            <a:r>
              <a:rPr lang="en" sz="2000">
                <a:solidFill>
                  <a:schemeClr val="dk1"/>
                </a:solidFill>
                <a:latin typeface="Vidaloka"/>
                <a:ea typeface="Vidaloka"/>
                <a:cs typeface="Vidaloka"/>
                <a:sym typeface="Vidaloka"/>
              </a:rPr>
              <a:t>Revising the Code</a:t>
            </a:r>
            <a:endParaRPr sz="20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t/>
            </a:r>
            <a:endParaRPr sz="1800"/>
          </a:p>
        </p:txBody>
      </p:sp>
      <p:pic>
        <p:nvPicPr>
          <p:cNvPr id="1498" name="Google Shape;1498;p171"/>
          <p:cNvPicPr preferRelativeResize="0"/>
          <p:nvPr/>
        </p:nvPicPr>
        <p:blipFill>
          <a:blip r:embed="rId3">
            <a:alphaModFix/>
          </a:blip>
          <a:stretch>
            <a:fillRect/>
          </a:stretch>
        </p:blipFill>
        <p:spPr>
          <a:xfrm>
            <a:off x="6306975" y="499275"/>
            <a:ext cx="1342224" cy="1342224"/>
          </a:xfrm>
          <a:prstGeom prst="rect">
            <a:avLst/>
          </a:prstGeom>
          <a:noFill/>
          <a:ln>
            <a:noFill/>
          </a:ln>
        </p:spPr>
      </p:pic>
      <p:pic>
        <p:nvPicPr>
          <p:cNvPr id="1499" name="Google Shape;1499;p171"/>
          <p:cNvPicPr preferRelativeResize="0"/>
          <p:nvPr/>
        </p:nvPicPr>
        <p:blipFill>
          <a:blip r:embed="rId4">
            <a:alphaModFix/>
          </a:blip>
          <a:stretch>
            <a:fillRect/>
          </a:stretch>
        </p:blipFill>
        <p:spPr>
          <a:xfrm>
            <a:off x="5502150" y="2094300"/>
            <a:ext cx="2951887" cy="2159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7F0"/>
        </a:solidFill>
      </p:bgPr>
    </p:bg>
    <p:spTree>
      <p:nvGrpSpPr>
        <p:cNvPr id="1503" name="Shape 1503"/>
        <p:cNvGrpSpPr/>
        <p:nvPr/>
      </p:nvGrpSpPr>
      <p:grpSpPr>
        <a:xfrm>
          <a:off x="0" y="0"/>
          <a:ext cx="0" cy="0"/>
          <a:chOff x="0" y="0"/>
          <a:chExt cx="0" cy="0"/>
        </a:xfrm>
      </p:grpSpPr>
      <p:cxnSp>
        <p:nvCxnSpPr>
          <p:cNvPr id="1504" name="Google Shape;1504;p172"/>
          <p:cNvCxnSpPr/>
          <p:nvPr/>
        </p:nvCxnSpPr>
        <p:spPr>
          <a:xfrm>
            <a:off x="-72550" y="4877448"/>
            <a:ext cx="9287400" cy="0"/>
          </a:xfrm>
          <a:prstGeom prst="straightConnector1">
            <a:avLst/>
          </a:prstGeom>
          <a:solidFill>
            <a:srgbClr val="FFFFFF"/>
          </a:solidFill>
          <a:ln cap="flat" cmpd="sng" w="28575">
            <a:solidFill>
              <a:srgbClr val="3F3533"/>
            </a:solidFill>
            <a:prstDash val="solid"/>
            <a:round/>
            <a:headEnd len="sm" w="sm" type="none"/>
            <a:tailEnd len="sm" w="sm" type="none"/>
          </a:ln>
        </p:spPr>
      </p:cxnSp>
      <p:grpSp>
        <p:nvGrpSpPr>
          <p:cNvPr id="1505" name="Google Shape;1505;p172"/>
          <p:cNvGrpSpPr/>
          <p:nvPr/>
        </p:nvGrpSpPr>
        <p:grpSpPr>
          <a:xfrm>
            <a:off x="-72550" y="274100"/>
            <a:ext cx="9287400" cy="1306200"/>
            <a:chOff x="-72550" y="274100"/>
            <a:chExt cx="9287400" cy="1306200"/>
          </a:xfrm>
        </p:grpSpPr>
        <p:cxnSp>
          <p:nvCxnSpPr>
            <p:cNvPr id="1506" name="Google Shape;1506;p172"/>
            <p:cNvCxnSpPr/>
            <p:nvPr/>
          </p:nvCxnSpPr>
          <p:spPr>
            <a:xfrm>
              <a:off x="-72550" y="274100"/>
              <a:ext cx="9287400" cy="0"/>
            </a:xfrm>
            <a:prstGeom prst="straightConnector1">
              <a:avLst/>
            </a:prstGeom>
            <a:solidFill>
              <a:srgbClr val="FFFFFF"/>
            </a:solidFill>
            <a:ln cap="flat" cmpd="sng" w="28575">
              <a:solidFill>
                <a:srgbClr val="3F3533"/>
              </a:solidFill>
              <a:prstDash val="solid"/>
              <a:round/>
              <a:headEnd len="sm" w="sm" type="none"/>
              <a:tailEnd len="sm" w="sm" type="none"/>
            </a:ln>
          </p:spPr>
        </p:cxnSp>
        <p:sp>
          <p:nvSpPr>
            <p:cNvPr id="1507" name="Google Shape;1507;p172"/>
            <p:cNvSpPr/>
            <p:nvPr/>
          </p:nvSpPr>
          <p:spPr>
            <a:xfrm>
              <a:off x="6578399" y="274100"/>
              <a:ext cx="2565600" cy="1306200"/>
            </a:xfrm>
            <a:custGeom>
              <a:rect b="b" l="l" r="r" t="t"/>
              <a:pathLst>
                <a:path extrusionOk="0" h="120000" w="120000">
                  <a:moveTo>
                    <a:pt x="0" y="0"/>
                  </a:moveTo>
                  <a:cubicBezTo>
                    <a:pt x="30000" y="0"/>
                    <a:pt x="45000" y="30000"/>
                    <a:pt x="60000" y="60000"/>
                  </a:cubicBezTo>
                  <a:cubicBezTo>
                    <a:pt x="75000" y="90000"/>
                    <a:pt x="90000" y="120000"/>
                    <a:pt x="120000" y="120000"/>
                  </a:cubicBezTo>
                </a:path>
              </a:pathLst>
            </a:custGeom>
            <a:solidFill>
              <a:srgbClr val="E3E7F0"/>
            </a:solidFill>
            <a:ln cap="flat" cmpd="sng" w="28575">
              <a:solidFill>
                <a:srgbClr val="3F35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08" name="Google Shape;1508;p172"/>
          <p:cNvSpPr txBox="1"/>
          <p:nvPr/>
        </p:nvSpPr>
        <p:spPr>
          <a:xfrm>
            <a:off x="713225" y="445025"/>
            <a:ext cx="47115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3200">
                <a:latin typeface="Vidaloka"/>
                <a:ea typeface="Vidaloka"/>
                <a:cs typeface="Vidaloka"/>
                <a:sym typeface="Vidaloka"/>
              </a:rPr>
              <a:t>Results</a:t>
            </a:r>
            <a:endParaRPr sz="3200">
              <a:solidFill>
                <a:srgbClr val="000000"/>
              </a:solidFill>
              <a:latin typeface="Vidaloka"/>
              <a:ea typeface="Vidaloka"/>
              <a:cs typeface="Vidaloka"/>
              <a:sym typeface="Vidaloka"/>
            </a:endParaRPr>
          </a:p>
        </p:txBody>
      </p:sp>
      <p:sp>
        <p:nvSpPr>
          <p:cNvPr id="1509" name="Google Shape;1509;p172"/>
          <p:cNvSpPr txBox="1"/>
          <p:nvPr/>
        </p:nvSpPr>
        <p:spPr>
          <a:xfrm>
            <a:off x="713225" y="1498631"/>
            <a:ext cx="4286400" cy="326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2000">
                <a:solidFill>
                  <a:schemeClr val="dk1"/>
                </a:solidFill>
                <a:latin typeface="Vidaloka"/>
                <a:ea typeface="Vidaloka"/>
                <a:cs typeface="Vidaloka"/>
                <a:sym typeface="Vidaloka"/>
              </a:rPr>
              <a:t>Sensor Input</a:t>
            </a:r>
            <a:endParaRPr sz="2000">
              <a:solidFill>
                <a:schemeClr val="dk1"/>
              </a:solidFill>
              <a:latin typeface="Vidaloka"/>
              <a:ea typeface="Vidaloka"/>
              <a:cs typeface="Vidaloka"/>
              <a:sym typeface="Vidaloka"/>
            </a:endParaRPr>
          </a:p>
          <a:p>
            <a:pPr indent="0" lvl="0" marL="0" rtl="0" algn="l">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None/>
            </a:pPr>
            <a:r>
              <a:rPr lang="en" sz="2000">
                <a:solidFill>
                  <a:schemeClr val="dk1"/>
                </a:solidFill>
                <a:latin typeface="Vidaloka"/>
                <a:ea typeface="Vidaloka"/>
                <a:cs typeface="Vidaloka"/>
                <a:sym typeface="Vidaloka"/>
              </a:rPr>
              <a:t>Motor Output</a:t>
            </a:r>
            <a:endParaRPr sz="12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None/>
            </a:pPr>
            <a:r>
              <a:rPr lang="en" sz="2000">
                <a:solidFill>
                  <a:schemeClr val="dk1"/>
                </a:solidFill>
                <a:latin typeface="Vidaloka"/>
                <a:ea typeface="Vidaloka"/>
                <a:cs typeface="Vidaloka"/>
                <a:sym typeface="Vidaloka"/>
              </a:rPr>
              <a:t>LED Output</a:t>
            </a:r>
            <a:endParaRPr sz="12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None/>
            </a:pPr>
            <a:r>
              <a:rPr lang="en" sz="2000">
                <a:solidFill>
                  <a:schemeClr val="dk1"/>
                </a:solidFill>
                <a:latin typeface="Vidaloka"/>
                <a:ea typeface="Vidaloka"/>
                <a:cs typeface="Vidaloka"/>
                <a:sym typeface="Vidaloka"/>
              </a:rPr>
              <a:t>Manual Off Switch</a:t>
            </a:r>
            <a:endParaRPr sz="1200">
              <a:solidFill>
                <a:schemeClr val="dk1"/>
              </a:solidFill>
              <a:latin typeface="Montserrat"/>
              <a:ea typeface="Montserrat"/>
              <a:cs typeface="Montserrat"/>
              <a:sym typeface="Montserrat"/>
            </a:endParaRPr>
          </a:p>
          <a:p>
            <a:pPr indent="0" lvl="0" marL="0" rtl="0" algn="l">
              <a:spcBef>
                <a:spcPts val="0"/>
              </a:spcBef>
              <a:spcAft>
                <a:spcPts val="1200"/>
              </a:spcAft>
              <a:buNone/>
            </a:pPr>
            <a:r>
              <a:t/>
            </a:r>
            <a:endParaRPr sz="1200">
              <a:solidFill>
                <a:schemeClr val="dk1"/>
              </a:solidFill>
              <a:latin typeface="Montserrat"/>
              <a:ea typeface="Montserrat"/>
              <a:cs typeface="Montserrat"/>
              <a:sym typeface="Montserrat"/>
            </a:endParaRPr>
          </a:p>
        </p:txBody>
      </p:sp>
      <p:grpSp>
        <p:nvGrpSpPr>
          <p:cNvPr id="1510" name="Google Shape;1510;p172"/>
          <p:cNvGrpSpPr/>
          <p:nvPr/>
        </p:nvGrpSpPr>
        <p:grpSpPr>
          <a:xfrm>
            <a:off x="3978174" y="1279266"/>
            <a:ext cx="3893592" cy="2584975"/>
            <a:chOff x="5152025" y="2446375"/>
            <a:chExt cx="3482952" cy="2312349"/>
          </a:xfrm>
        </p:grpSpPr>
        <p:pic>
          <p:nvPicPr>
            <p:cNvPr id="1511" name="Google Shape;1511;p172"/>
            <p:cNvPicPr preferRelativeResize="0"/>
            <p:nvPr/>
          </p:nvPicPr>
          <p:blipFill rotWithShape="1">
            <a:blip r:embed="rId3">
              <a:alphaModFix/>
            </a:blip>
            <a:srcRect b="9132" l="0" r="0" t="0"/>
            <a:stretch/>
          </p:blipFill>
          <p:spPr>
            <a:xfrm>
              <a:off x="5152025" y="2446375"/>
              <a:ext cx="3482952" cy="2312349"/>
            </a:xfrm>
            <a:prstGeom prst="rect">
              <a:avLst/>
            </a:prstGeom>
            <a:noFill/>
            <a:ln>
              <a:noFill/>
            </a:ln>
          </p:spPr>
        </p:pic>
        <p:sp>
          <p:nvSpPr>
            <p:cNvPr id="1512" name="Google Shape;1512;p172"/>
            <p:cNvSpPr/>
            <p:nvPr/>
          </p:nvSpPr>
          <p:spPr>
            <a:xfrm>
              <a:off x="6918400" y="2866050"/>
              <a:ext cx="1521300" cy="1666200"/>
            </a:xfrm>
            <a:prstGeom prst="mathMultiply">
              <a:avLst>
                <a:gd fmla="val 8434" name="adj1"/>
              </a:avLst>
            </a:prstGeom>
            <a:solidFill>
              <a:srgbClr val="FF0000"/>
            </a:solidFill>
            <a:ln cap="flat" cmpd="sng" w="10650">
              <a:solidFill>
                <a:schemeClr val="dk2"/>
              </a:solidFill>
              <a:prstDash val="solid"/>
              <a:round/>
              <a:headEnd len="sm" w="sm" type="none"/>
              <a:tailEnd len="sm" w="sm" type="none"/>
            </a:ln>
          </p:spPr>
          <p:txBody>
            <a:bodyPr anchorCtr="0" anchor="ctr" bIns="102200" lIns="102200" spcFirstLastPara="1" rIns="102200" wrap="square" tIns="102200">
              <a:noAutofit/>
            </a:bodyPr>
            <a:lstStyle/>
            <a:p>
              <a:pPr indent="0" lvl="0" marL="0" rtl="0" algn="ctr">
                <a:spcBef>
                  <a:spcPts val="0"/>
                </a:spcBef>
                <a:spcAft>
                  <a:spcPts val="0"/>
                </a:spcAft>
                <a:buNone/>
              </a:pPr>
              <a:r>
                <a:t/>
              </a:r>
              <a:endParaRPr sz="1565">
                <a:latin typeface="Montserrat"/>
                <a:ea typeface="Montserrat"/>
                <a:cs typeface="Montserrat"/>
                <a:sym typeface="Montserrat"/>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id="1517" name="Google Shape;1517;p173"/>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Conclusion</a:t>
            </a:r>
            <a:endParaRPr sz="3200"/>
          </a:p>
        </p:txBody>
      </p:sp>
      <p:sp>
        <p:nvSpPr>
          <p:cNvPr id="1518" name="Google Shape;1518;p173"/>
          <p:cNvSpPr txBox="1"/>
          <p:nvPr>
            <p:ph idx="1" type="body"/>
          </p:nvPr>
        </p:nvSpPr>
        <p:spPr>
          <a:xfrm>
            <a:off x="474500" y="1482900"/>
            <a:ext cx="4560000" cy="2177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dk1"/>
                </a:solidFill>
                <a:latin typeface="Vidaloka"/>
                <a:ea typeface="Vidaloka"/>
                <a:cs typeface="Vidaloka"/>
                <a:sym typeface="Vidaloka"/>
              </a:rPr>
              <a:t>Accomplishments</a:t>
            </a:r>
            <a:endParaRPr sz="2000">
              <a:solidFill>
                <a:schemeClr val="dk1"/>
              </a:solidFill>
              <a:latin typeface="Vidaloka"/>
              <a:ea typeface="Vidaloka"/>
              <a:cs typeface="Vidaloka"/>
              <a:sym typeface="Vidaloka"/>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Successfully</a:t>
            </a:r>
            <a:r>
              <a:rPr lang="en" sz="1200">
                <a:solidFill>
                  <a:schemeClr val="dk1"/>
                </a:solidFill>
              </a:rPr>
              <a:t> created a functioning umbrella that opens automatically using one sensor and closes using another sensor.</a:t>
            </a:r>
            <a:endParaRPr sz="1200">
              <a:solidFill>
                <a:schemeClr val="dk1"/>
              </a:solidFill>
            </a:endParaRPr>
          </a:p>
          <a:p>
            <a:pPr indent="0" lvl="0" marL="0" rtl="0" algn="l">
              <a:lnSpc>
                <a:spcPct val="115000"/>
              </a:lnSpc>
              <a:spcBef>
                <a:spcPts val="1200"/>
              </a:spcBef>
              <a:spcAft>
                <a:spcPts val="0"/>
              </a:spcAft>
              <a:buNone/>
            </a:pPr>
            <a:r>
              <a:rPr lang="en" sz="2000">
                <a:solidFill>
                  <a:schemeClr val="dk1"/>
                </a:solidFill>
                <a:latin typeface="Vidaloka"/>
                <a:ea typeface="Vidaloka"/>
                <a:cs typeface="Vidaloka"/>
                <a:sym typeface="Vidaloka"/>
              </a:rPr>
              <a:t>Functionality</a:t>
            </a:r>
            <a:endParaRPr sz="1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Umbrella shielded the test subject.</a:t>
            </a:r>
            <a:endParaRPr sz="1200">
              <a:solidFill>
                <a:schemeClr val="dk1"/>
              </a:solidFill>
            </a:endParaRPr>
          </a:p>
          <a:p>
            <a:pPr indent="0" lvl="0" marL="0" rtl="0" algn="l">
              <a:spcBef>
                <a:spcPts val="1200"/>
              </a:spcBef>
              <a:spcAft>
                <a:spcPts val="0"/>
              </a:spcAft>
              <a:buNone/>
            </a:pPr>
            <a:r>
              <a:rPr lang="en" sz="1200">
                <a:solidFill>
                  <a:schemeClr val="dk1"/>
                </a:solidFill>
              </a:rPr>
              <a:t>	</a:t>
            </a:r>
            <a:endParaRPr sz="1200">
              <a:solidFill>
                <a:schemeClr val="dk1"/>
              </a:solidFill>
            </a:endParaRPr>
          </a:p>
          <a:p>
            <a:pPr indent="0" lvl="0" marL="457200" rtl="0" algn="l">
              <a:spcBef>
                <a:spcPts val="1200"/>
              </a:spcBef>
              <a:spcAft>
                <a:spcPts val="0"/>
              </a:spcAft>
              <a:buNone/>
            </a:pPr>
            <a:r>
              <a:t/>
            </a:r>
            <a:endParaRPr sz="1200">
              <a:solidFill>
                <a:schemeClr val="dk1"/>
              </a:solidFill>
            </a:endParaRPr>
          </a:p>
          <a:p>
            <a:pPr indent="0" lvl="0" marL="0" rtl="0" algn="l">
              <a:spcBef>
                <a:spcPts val="1200"/>
              </a:spcBef>
              <a:spcAft>
                <a:spcPts val="0"/>
              </a:spcAft>
              <a:buNone/>
            </a:pPr>
            <a:r>
              <a:t/>
            </a:r>
            <a:endParaRPr sz="1200">
              <a:solidFill>
                <a:schemeClr val="dk1"/>
              </a:solidFill>
            </a:endParaRPr>
          </a:p>
          <a:p>
            <a:pPr indent="0" lvl="0" marL="0" rtl="0" algn="l">
              <a:spcBef>
                <a:spcPts val="1200"/>
              </a:spcBef>
              <a:spcAft>
                <a:spcPts val="0"/>
              </a:spcAft>
              <a:buNone/>
            </a:pPr>
            <a:r>
              <a:t/>
            </a:r>
            <a:endParaRPr sz="1200">
              <a:solidFill>
                <a:schemeClr val="dk1"/>
              </a:solidFill>
            </a:endParaRPr>
          </a:p>
          <a:p>
            <a:pPr indent="0" lvl="0" marL="0" rtl="0" algn="l">
              <a:spcBef>
                <a:spcPts val="1200"/>
              </a:spcBef>
              <a:spcAft>
                <a:spcPts val="1200"/>
              </a:spcAft>
              <a:buNone/>
            </a:pPr>
            <a:r>
              <a:t/>
            </a:r>
            <a:endParaRPr sz="1200">
              <a:solidFill>
                <a:schemeClr val="dk1"/>
              </a:solidFill>
            </a:endParaRPr>
          </a:p>
        </p:txBody>
      </p:sp>
      <p:pic>
        <p:nvPicPr>
          <p:cNvPr id="1519" name="Google Shape;1519;p173" title="IMG_9264.MOV">
            <a:hlinkClick r:id="rId3"/>
          </p:cNvPr>
          <p:cNvPicPr preferRelativeResize="0"/>
          <p:nvPr/>
        </p:nvPicPr>
        <p:blipFill>
          <a:blip r:embed="rId4">
            <a:alphaModFix/>
          </a:blip>
          <a:stretch>
            <a:fillRect/>
          </a:stretch>
        </p:blipFill>
        <p:spPr>
          <a:xfrm>
            <a:off x="5371375" y="1768750"/>
            <a:ext cx="3565950" cy="2674463"/>
          </a:xfrm>
          <a:prstGeom prst="rect">
            <a:avLst/>
          </a:prstGeom>
          <a:noFill/>
          <a:ln>
            <a:noFill/>
          </a:ln>
        </p:spPr>
      </p:pic>
      <p:sp>
        <p:nvSpPr>
          <p:cNvPr id="1520" name="Google Shape;1520;p173"/>
          <p:cNvSpPr txBox="1"/>
          <p:nvPr/>
        </p:nvSpPr>
        <p:spPr>
          <a:xfrm>
            <a:off x="5371375" y="1323850"/>
            <a:ext cx="3342300" cy="44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Montserrat"/>
                <a:ea typeface="Montserrat"/>
                <a:cs typeface="Montserrat"/>
                <a:sym typeface="Montserrat"/>
              </a:rPr>
              <a:t>Demonstration Video:</a:t>
            </a:r>
            <a:endParaRPr b="1" sz="1800">
              <a:solidFill>
                <a:schemeClr val="dk2"/>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9"/>
                                        </p:tgtEl>
                                        <p:attrNameLst>
                                          <p:attrName>style.visibility</p:attrName>
                                        </p:attrNameLst>
                                      </p:cBhvr>
                                      <p:to>
                                        <p:strVal val="visible"/>
                                      </p:to>
                                    </p:set>
                                    <p:animEffect filter="fade" transition="in">
                                      <p:cBhvr>
                                        <p:cTn dur="1000"/>
                                        <p:tgtEl>
                                          <p:spTgt spid="15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E3E7F0"/>
      </a:lt1>
      <a:dk2>
        <a:srgbClr val="000000"/>
      </a:dk2>
      <a:lt2>
        <a:srgbClr val="E3E7F0"/>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E3E7F0"/>
      </a:lt1>
      <a:dk2>
        <a:srgbClr val="000000"/>
      </a:dk2>
      <a:lt2>
        <a:srgbClr val="E3E7F0"/>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E3E7F0"/>
      </a:lt1>
      <a:dk2>
        <a:srgbClr val="000000"/>
      </a:dk2>
      <a:lt2>
        <a:srgbClr val="E3E7F0"/>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